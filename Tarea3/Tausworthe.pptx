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2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71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y="5143500" cx="9144000"/>
  <p:notesSz cx="6858000" cy="9144000"/>
  <p:embeddedFontLst>
    <p:embeddedFont>
      <p:font typeface="Hind Vadodara"/>
      <p:regular r:id="rId16"/>
      <p:bold r:id="rId17"/>
    </p:embeddedFont>
    <p:embeddedFont>
      <p:font typeface="Fira Sans Extra Condensed Medium"/>
      <p:regular r:id="rId18"/>
      <p:bold r:id="rId19"/>
      <p:italic r:id="rId20"/>
      <p:boldItalic r:id="rId21"/>
    </p:embeddedFont>
    <p:embeddedFont>
      <p:font typeface="Hind Vadodara Light"/>
      <p:regular r:id="rId22"/>
      <p:bold r:id="rId23"/>
    </p:embeddedFont>
    <p:embeddedFont>
      <p:font typeface="Hind Vadodara Medium"/>
      <p:regular r:id="rId24"/>
      <p:bold r:id="rId25"/>
    </p:embeddedFont>
    <p:embeddedFont>
      <p:font typeface="Teko Light"/>
      <p:regular r:id="rId26"/>
      <p:bold r:id="rId27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pos="2880">
          <p15:clr>
            <a:srgbClr val="9AA0A6"/>
          </p15:clr>
        </p15:guide>
        <p15:guide id="2" orient="horz" pos="2846">
          <p15:clr>
            <a:srgbClr val="9AA0A6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5B61074D-B085-44EC-9211-0BB2D367BA89}">
  <a:tblStyle styleId="{5B61074D-B085-44EC-9211-0BB2D367BA89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880"/>
        <p:guide pos="2846" orient="horz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FiraSansExtraCondensedMedium-italic.fntdata"/><Relationship Id="rId22" Type="http://schemas.openxmlformats.org/officeDocument/2006/relationships/font" Target="fonts/HindVadodaraLight-regular.fntdata"/><Relationship Id="rId21" Type="http://schemas.openxmlformats.org/officeDocument/2006/relationships/font" Target="fonts/FiraSansExtraCondensedMedium-boldItalic.fntdata"/><Relationship Id="rId24" Type="http://schemas.openxmlformats.org/officeDocument/2006/relationships/font" Target="fonts/HindVadodaraMedium-regular.fntdata"/><Relationship Id="rId23" Type="http://schemas.openxmlformats.org/officeDocument/2006/relationships/font" Target="fonts/HindVadodaraLight-bold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26" Type="http://schemas.openxmlformats.org/officeDocument/2006/relationships/font" Target="fonts/TekoLight-regular.fntdata"/><Relationship Id="rId25" Type="http://schemas.openxmlformats.org/officeDocument/2006/relationships/font" Target="fonts/HindVadodaraMedium-bold.fntdata"/><Relationship Id="rId27" Type="http://schemas.openxmlformats.org/officeDocument/2006/relationships/font" Target="fonts/TekoLight-bold.fntdata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font" Target="fonts/HindVadodara-bold.fntdata"/><Relationship Id="rId16" Type="http://schemas.openxmlformats.org/officeDocument/2006/relationships/font" Target="fonts/HindVadodara-regular.fntdata"/><Relationship Id="rId19" Type="http://schemas.openxmlformats.org/officeDocument/2006/relationships/font" Target="fonts/FiraSansExtraCondensedMedium-bold.fntdata"/><Relationship Id="rId18" Type="http://schemas.openxmlformats.org/officeDocument/2006/relationships/font" Target="fonts/FiraSansExtraCondensedMedium-regular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g63da1a4385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3" name="Google Shape;123;g63da1a4385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g70c12e5f0d_1_41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9" name="Google Shape;129;g70c12e5f0d_1_4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ge49c8bb92d_1_8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7" name="Google Shape;167;ge49c8bb92d_1_8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g127a60c35b2_0_4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4" name="Google Shape;174;g127a60c35b2_0_4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g127a60c35b2_0_5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1" name="Google Shape;181;g127a60c35b2_0_5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g127a60c35b2_0_5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8" name="Google Shape;188;g127a60c35b2_0_5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3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g127a60c35b2_0_7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5" name="Google Shape;195;g127a60c35b2_0_7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0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g127a60c35b2_0_6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2" name="Google Shape;202;g127a60c35b2_0_6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7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g127a60c35b2_0_7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9" name="Google Shape;209;g127a60c35b2_0_7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7.pn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8.png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3.png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png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4.png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9.png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5.png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4.png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2.png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3.png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2.png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9.png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6.png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1.png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0.png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3.png"/><Relationship Id="rId3" Type="http://schemas.openxmlformats.org/officeDocument/2006/relationships/hyperlink" Target="http://bit.ly/2Tynxth" TargetMode="External"/><Relationship Id="rId4" Type="http://schemas.openxmlformats.org/officeDocument/2006/relationships/hyperlink" Target="http://bit.ly/2TyoMsr" TargetMode="External"/><Relationship Id="rId5" Type="http://schemas.openxmlformats.org/officeDocument/2006/relationships/hyperlink" Target="http://bit.ly/2TtBDfr" TargetMode="Externa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8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9;p2"/>
          <p:cNvSpPr txBox="1"/>
          <p:nvPr>
            <p:ph type="ctrTitle"/>
          </p:nvPr>
        </p:nvSpPr>
        <p:spPr>
          <a:xfrm>
            <a:off x="2481725" y="1331450"/>
            <a:ext cx="4180500" cy="1745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5200"/>
              <a:buNone/>
              <a:defRPr sz="6000"/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5200"/>
              <a:buNone/>
              <a:defRPr sz="5200">
                <a:solidFill>
                  <a:schemeClr val="lt2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5200"/>
              <a:buNone/>
              <a:defRPr sz="5200">
                <a:solidFill>
                  <a:schemeClr val="lt2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5200"/>
              <a:buNone/>
              <a:defRPr sz="5200">
                <a:solidFill>
                  <a:schemeClr val="lt2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5200"/>
              <a:buNone/>
              <a:defRPr sz="5200">
                <a:solidFill>
                  <a:schemeClr val="lt2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5200"/>
              <a:buNone/>
              <a:defRPr sz="5200">
                <a:solidFill>
                  <a:schemeClr val="lt2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5200"/>
              <a:buNone/>
              <a:defRPr sz="5200">
                <a:solidFill>
                  <a:schemeClr val="lt2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5200"/>
              <a:buNone/>
              <a:defRPr sz="5200">
                <a:solidFill>
                  <a:schemeClr val="lt2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5200"/>
              <a:buNone/>
              <a:defRPr sz="5200"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10" name="Google Shape;10;p2"/>
          <p:cNvSpPr txBox="1"/>
          <p:nvPr>
            <p:ph idx="1" type="subTitle"/>
          </p:nvPr>
        </p:nvSpPr>
        <p:spPr>
          <a:xfrm>
            <a:off x="3335000" y="3257551"/>
            <a:ext cx="2473800" cy="477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3"/>
          <p:cNvSpPr txBox="1"/>
          <p:nvPr>
            <p:ph type="ctrTitle"/>
          </p:nvPr>
        </p:nvSpPr>
        <p:spPr>
          <a:xfrm>
            <a:off x="4007825" y="1945343"/>
            <a:ext cx="4535700" cy="822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r">
              <a:spcBef>
                <a:spcPts val="0"/>
              </a:spcBef>
              <a:spcAft>
                <a:spcPts val="0"/>
              </a:spcAft>
              <a:buSzPts val="2400"/>
              <a:buNone/>
              <a:defRPr sz="6000">
                <a:solidFill>
                  <a:schemeClr val="accent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None/>
              <a:defRPr sz="1800">
                <a:solidFill>
                  <a:srgbClr val="434343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None/>
              <a:defRPr sz="1800">
                <a:solidFill>
                  <a:srgbClr val="434343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None/>
              <a:defRPr sz="1800">
                <a:solidFill>
                  <a:srgbClr val="434343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None/>
              <a:defRPr sz="1800">
                <a:solidFill>
                  <a:srgbClr val="434343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None/>
              <a:defRPr sz="1800">
                <a:solidFill>
                  <a:srgbClr val="434343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None/>
              <a:defRPr sz="1800">
                <a:solidFill>
                  <a:srgbClr val="434343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None/>
              <a:defRPr sz="1800">
                <a:solidFill>
                  <a:srgbClr val="434343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None/>
              <a:defRPr sz="1800">
                <a:solidFill>
                  <a:srgbClr val="434343"/>
                </a:solidFill>
              </a:defRPr>
            </a:lvl9pPr>
          </a:lstStyle>
          <a:p/>
        </p:txBody>
      </p:sp>
      <p:sp>
        <p:nvSpPr>
          <p:cNvPr id="13" name="Google Shape;13;p3"/>
          <p:cNvSpPr txBox="1"/>
          <p:nvPr>
            <p:ph idx="1" type="subTitle"/>
          </p:nvPr>
        </p:nvSpPr>
        <p:spPr>
          <a:xfrm>
            <a:off x="5621050" y="2620363"/>
            <a:ext cx="2922300" cy="57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/>
        </p:txBody>
      </p:sp>
      <p:sp>
        <p:nvSpPr>
          <p:cNvPr id="14" name="Google Shape;14;p3"/>
          <p:cNvSpPr txBox="1"/>
          <p:nvPr>
            <p:ph hasCustomPrompt="1" idx="2" type="title"/>
          </p:nvPr>
        </p:nvSpPr>
        <p:spPr>
          <a:xfrm>
            <a:off x="2595072" y="2093275"/>
            <a:ext cx="1053000" cy="577800"/>
          </a:xfrm>
          <a:prstGeom prst="rect">
            <a:avLst/>
          </a:prstGeom>
          <a:noFill/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5500"/>
              <a:buNone/>
              <a:defRPr sz="7200">
                <a:solidFill>
                  <a:schemeClr val="lt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5500"/>
              <a:buFont typeface="Fira Sans Extra Condensed Medium"/>
              <a:buNone/>
              <a:defRPr sz="5500">
                <a:solidFill>
                  <a:schemeClr val="lt2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5500"/>
              <a:buFont typeface="Fira Sans Extra Condensed Medium"/>
              <a:buNone/>
              <a:defRPr sz="5500">
                <a:solidFill>
                  <a:schemeClr val="lt2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5500"/>
              <a:buFont typeface="Fira Sans Extra Condensed Medium"/>
              <a:buNone/>
              <a:defRPr sz="5500">
                <a:solidFill>
                  <a:schemeClr val="lt2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5500"/>
              <a:buFont typeface="Fira Sans Extra Condensed Medium"/>
              <a:buNone/>
              <a:defRPr sz="5500">
                <a:solidFill>
                  <a:schemeClr val="lt2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5500"/>
              <a:buFont typeface="Fira Sans Extra Condensed Medium"/>
              <a:buNone/>
              <a:defRPr sz="5500">
                <a:solidFill>
                  <a:schemeClr val="lt2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5500"/>
              <a:buFont typeface="Fira Sans Extra Condensed Medium"/>
              <a:buNone/>
              <a:defRPr sz="5500">
                <a:solidFill>
                  <a:schemeClr val="lt2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5500"/>
              <a:buFont typeface="Fira Sans Extra Condensed Medium"/>
              <a:buNone/>
              <a:defRPr sz="5500">
                <a:solidFill>
                  <a:schemeClr val="lt2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5500"/>
              <a:buFont typeface="Fira Sans Extra Condensed Medium"/>
              <a:buNone/>
              <a:defRPr sz="5500">
                <a:solidFill>
                  <a:schemeClr val="lt2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9pPr>
          </a:lstStyle>
          <a:p>
            <a:r>
              <a:t>xx%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4"/>
          <p:cNvSpPr txBox="1"/>
          <p:nvPr>
            <p:ph idx="1" type="body"/>
          </p:nvPr>
        </p:nvSpPr>
        <p:spPr>
          <a:xfrm>
            <a:off x="712480" y="1297750"/>
            <a:ext cx="3128100" cy="2908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indent="-3302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Nunito Light"/>
              <a:buChar char="●"/>
              <a:defRPr/>
            </a:lvl1pPr>
            <a:lvl2pPr indent="-330200" lvl="1" marL="914400">
              <a:spcBef>
                <a:spcPts val="1600"/>
              </a:spcBef>
              <a:spcAft>
                <a:spcPts val="0"/>
              </a:spcAft>
              <a:buSzPts val="1600"/>
              <a:buFont typeface="Nunito Light"/>
              <a:buChar char="○"/>
              <a:defRPr/>
            </a:lvl2pPr>
            <a:lvl3pPr indent="-323850" lvl="2" marL="1371600">
              <a:spcBef>
                <a:spcPts val="1600"/>
              </a:spcBef>
              <a:spcAft>
                <a:spcPts val="0"/>
              </a:spcAft>
              <a:buSzPts val="1500"/>
              <a:buFont typeface="Nunito Light"/>
              <a:buChar char="■"/>
              <a:defRPr/>
            </a:lvl3pPr>
            <a:lvl4pPr indent="-323850" lvl="3" marL="1828800">
              <a:spcBef>
                <a:spcPts val="1600"/>
              </a:spcBef>
              <a:spcAft>
                <a:spcPts val="0"/>
              </a:spcAft>
              <a:buSzPts val="1500"/>
              <a:buFont typeface="Nunito Light"/>
              <a:buChar char="●"/>
              <a:defRPr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Font typeface="Nunito Light"/>
              <a:buChar char="○"/>
              <a:defRPr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Font typeface="Nunito Light"/>
              <a:buChar char="■"/>
              <a:defRPr/>
            </a:lvl6pPr>
            <a:lvl7pPr indent="-311150" lvl="6" marL="3200400">
              <a:spcBef>
                <a:spcPts val="1600"/>
              </a:spcBef>
              <a:spcAft>
                <a:spcPts val="0"/>
              </a:spcAft>
              <a:buSzPts val="1300"/>
              <a:buFont typeface="Nunito Light"/>
              <a:buChar char="●"/>
              <a:defRPr/>
            </a:lvl7pPr>
            <a:lvl8pPr indent="-311150" lvl="7" marL="3657600">
              <a:spcBef>
                <a:spcPts val="1600"/>
              </a:spcBef>
              <a:spcAft>
                <a:spcPts val="0"/>
              </a:spcAft>
              <a:buSzPts val="1300"/>
              <a:buFont typeface="Nunito Light"/>
              <a:buChar char="○"/>
              <a:defRPr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Font typeface="Nunito Light"/>
              <a:buChar char="■"/>
              <a:defRPr/>
            </a:lvl9pPr>
          </a:lstStyle>
          <a:p/>
        </p:txBody>
      </p:sp>
      <p:sp>
        <p:nvSpPr>
          <p:cNvPr id="17" name="Google Shape;17;p4"/>
          <p:cNvSpPr txBox="1"/>
          <p:nvPr>
            <p:ph type="title"/>
          </p:nvPr>
        </p:nvSpPr>
        <p:spPr>
          <a:xfrm>
            <a:off x="2421000" y="283608"/>
            <a:ext cx="4302000" cy="630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None/>
              <a:defRPr sz="3600"/>
            </a:lvl1pPr>
            <a:lvl2pPr lvl="1" rtl="0" algn="ctr"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accent2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accent2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accent2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accent2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accent2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accent2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accent2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accent2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18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5"/>
          <p:cNvSpPr txBox="1"/>
          <p:nvPr>
            <p:ph type="ctrTitle"/>
          </p:nvPr>
        </p:nvSpPr>
        <p:spPr>
          <a:xfrm flipH="1">
            <a:off x="5408076" y="1087185"/>
            <a:ext cx="2250000" cy="577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3000">
                <a:solidFill>
                  <a:schemeClr val="accent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None/>
              <a:defRPr sz="1800">
                <a:solidFill>
                  <a:srgbClr val="434343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None/>
              <a:defRPr sz="1800">
                <a:solidFill>
                  <a:srgbClr val="434343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None/>
              <a:defRPr sz="1800">
                <a:solidFill>
                  <a:srgbClr val="434343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None/>
              <a:defRPr sz="1800">
                <a:solidFill>
                  <a:srgbClr val="434343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None/>
              <a:defRPr sz="1800">
                <a:solidFill>
                  <a:srgbClr val="434343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None/>
              <a:defRPr sz="1800">
                <a:solidFill>
                  <a:srgbClr val="434343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None/>
              <a:defRPr sz="1800">
                <a:solidFill>
                  <a:srgbClr val="434343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None/>
              <a:defRPr sz="1800">
                <a:solidFill>
                  <a:srgbClr val="434343"/>
                </a:solidFill>
              </a:defRPr>
            </a:lvl9pPr>
          </a:lstStyle>
          <a:p/>
        </p:txBody>
      </p:sp>
      <p:sp>
        <p:nvSpPr>
          <p:cNvPr id="20" name="Google Shape;20;p5"/>
          <p:cNvSpPr txBox="1"/>
          <p:nvPr>
            <p:ph idx="1" type="subTitle"/>
          </p:nvPr>
        </p:nvSpPr>
        <p:spPr>
          <a:xfrm flipH="1">
            <a:off x="1483662" y="4161895"/>
            <a:ext cx="2250000" cy="61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0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/>
        </p:txBody>
      </p:sp>
      <p:sp>
        <p:nvSpPr>
          <p:cNvPr id="21" name="Google Shape;21;p5"/>
          <p:cNvSpPr txBox="1"/>
          <p:nvPr>
            <p:ph idx="2" type="ctrTitle"/>
          </p:nvPr>
        </p:nvSpPr>
        <p:spPr>
          <a:xfrm flipH="1">
            <a:off x="1505901" y="3702014"/>
            <a:ext cx="2205600" cy="629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3000">
                <a:solidFill>
                  <a:schemeClr val="accent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None/>
              <a:defRPr sz="1800">
                <a:solidFill>
                  <a:srgbClr val="434343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None/>
              <a:defRPr sz="1800">
                <a:solidFill>
                  <a:srgbClr val="434343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None/>
              <a:defRPr sz="1800">
                <a:solidFill>
                  <a:srgbClr val="434343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None/>
              <a:defRPr sz="1800">
                <a:solidFill>
                  <a:srgbClr val="434343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None/>
              <a:defRPr sz="1800">
                <a:solidFill>
                  <a:srgbClr val="434343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None/>
              <a:defRPr sz="1800">
                <a:solidFill>
                  <a:srgbClr val="434343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None/>
              <a:defRPr sz="1800">
                <a:solidFill>
                  <a:srgbClr val="434343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None/>
              <a:defRPr sz="1800">
                <a:solidFill>
                  <a:srgbClr val="434343"/>
                </a:solidFill>
              </a:defRPr>
            </a:lvl9pPr>
          </a:lstStyle>
          <a:p/>
        </p:txBody>
      </p:sp>
      <p:sp>
        <p:nvSpPr>
          <p:cNvPr id="22" name="Google Shape;22;p5"/>
          <p:cNvSpPr txBox="1"/>
          <p:nvPr>
            <p:ph idx="3" type="subTitle"/>
          </p:nvPr>
        </p:nvSpPr>
        <p:spPr>
          <a:xfrm flipH="1">
            <a:off x="5408076" y="1497548"/>
            <a:ext cx="2250000" cy="61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0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4" type="title"/>
          </p:nvPr>
        </p:nvSpPr>
        <p:spPr>
          <a:xfrm>
            <a:off x="2421000" y="283608"/>
            <a:ext cx="4302000" cy="630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None/>
              <a:defRPr sz="3600"/>
            </a:lvl1pPr>
            <a:lvl2pPr lvl="1" rtl="0" algn="ctr"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accent2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accent2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accent2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accent2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accent2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accent2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accent2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accent2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6"/>
          <p:cNvSpPr txBox="1"/>
          <p:nvPr>
            <p:ph type="title"/>
          </p:nvPr>
        </p:nvSpPr>
        <p:spPr>
          <a:xfrm>
            <a:off x="2421000" y="283608"/>
            <a:ext cx="4302000" cy="630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None/>
              <a:defRPr sz="3600"/>
            </a:lvl1pPr>
            <a:lvl2pPr lvl="1" rtl="0" algn="ctr"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accent2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accent2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accent2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accent2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accent2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accent2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accent2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accent2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7"/>
          <p:cNvSpPr txBox="1"/>
          <p:nvPr>
            <p:ph idx="1" type="subTitle"/>
          </p:nvPr>
        </p:nvSpPr>
        <p:spPr>
          <a:xfrm flipH="1">
            <a:off x="546575" y="2518225"/>
            <a:ext cx="8050800" cy="1880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aleway"/>
              <a:buAutoNum type="arabicPeriod"/>
              <a:defRPr sz="12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AutoNum type="alphaLcPeriod"/>
              <a:defRPr sz="12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AutoNum type="romanLcPeriod"/>
              <a:defRPr sz="12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AutoNum type="arabicPeriod"/>
              <a:defRPr sz="12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AutoNum type="alphaLcPeriod"/>
              <a:defRPr sz="12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AutoNum type="romanLcPeriod"/>
              <a:defRPr sz="12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AutoNum type="arabicPeriod"/>
              <a:defRPr sz="12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AutoNum type="alphaLcPeriod"/>
              <a:defRPr sz="12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AutoNum type="romanLcPeriod"/>
              <a:defRPr sz="1200"/>
            </a:lvl9pPr>
          </a:lstStyle>
          <a:p/>
        </p:txBody>
      </p:sp>
      <p:sp>
        <p:nvSpPr>
          <p:cNvPr id="28" name="Google Shape;28;p7"/>
          <p:cNvSpPr txBox="1"/>
          <p:nvPr>
            <p:ph type="title"/>
          </p:nvPr>
        </p:nvSpPr>
        <p:spPr>
          <a:xfrm>
            <a:off x="2421000" y="283608"/>
            <a:ext cx="4302000" cy="630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None/>
              <a:defRPr sz="3600"/>
            </a:lvl1pPr>
            <a:lvl2pPr lvl="1" rtl="0" algn="ctr"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accent2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accent2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accent2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accent2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accent2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accent2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accent2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accent2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8"/>
          <p:cNvSpPr txBox="1"/>
          <p:nvPr>
            <p:ph type="title"/>
          </p:nvPr>
        </p:nvSpPr>
        <p:spPr>
          <a:xfrm>
            <a:off x="2208600" y="1016100"/>
            <a:ext cx="4726800" cy="3111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6500">
                <a:solidFill>
                  <a:schemeClr val="accen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9"/>
          <p:cNvSpPr txBox="1"/>
          <p:nvPr>
            <p:ph type="title"/>
          </p:nvPr>
        </p:nvSpPr>
        <p:spPr>
          <a:xfrm>
            <a:off x="625025" y="35533"/>
            <a:ext cx="4045200" cy="1482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 sz="7200">
                <a:solidFill>
                  <a:schemeClr val="accen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3" name="Google Shape;33;p9"/>
          <p:cNvSpPr txBox="1"/>
          <p:nvPr>
            <p:ph idx="1" type="subTitle"/>
          </p:nvPr>
        </p:nvSpPr>
        <p:spPr>
          <a:xfrm>
            <a:off x="625025" y="1331190"/>
            <a:ext cx="3375300" cy="143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10"/>
          <p:cNvSpPr txBox="1"/>
          <p:nvPr>
            <p:ph type="ctrTitle"/>
          </p:nvPr>
        </p:nvSpPr>
        <p:spPr>
          <a:xfrm flipH="1">
            <a:off x="616848" y="1589117"/>
            <a:ext cx="3301800" cy="1325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None/>
              <a:defRPr sz="3000">
                <a:solidFill>
                  <a:schemeClr val="accent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None/>
              <a:defRPr sz="1800">
                <a:solidFill>
                  <a:srgbClr val="434343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None/>
              <a:defRPr sz="1800">
                <a:solidFill>
                  <a:srgbClr val="434343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None/>
              <a:defRPr sz="1800">
                <a:solidFill>
                  <a:srgbClr val="434343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None/>
              <a:defRPr sz="1800">
                <a:solidFill>
                  <a:srgbClr val="434343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None/>
              <a:defRPr sz="1800">
                <a:solidFill>
                  <a:srgbClr val="434343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None/>
              <a:defRPr sz="1800">
                <a:solidFill>
                  <a:srgbClr val="434343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None/>
              <a:defRPr sz="1800">
                <a:solidFill>
                  <a:srgbClr val="434343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None/>
              <a:defRPr sz="1800">
                <a:solidFill>
                  <a:srgbClr val="434343"/>
                </a:solidFill>
              </a:defRPr>
            </a:lvl9pPr>
          </a:lstStyle>
          <a:p/>
        </p:txBody>
      </p:sp>
      <p:sp>
        <p:nvSpPr>
          <p:cNvPr id="36" name="Google Shape;36;p10"/>
          <p:cNvSpPr txBox="1"/>
          <p:nvPr>
            <p:ph idx="1" type="subTitle"/>
          </p:nvPr>
        </p:nvSpPr>
        <p:spPr>
          <a:xfrm flipH="1">
            <a:off x="616948" y="2831770"/>
            <a:ext cx="2331300" cy="87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/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picture">
  <p:cSld name="CUSTOM_12"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11"/>
          <p:cNvSpPr txBox="1"/>
          <p:nvPr>
            <p:ph type="title"/>
          </p:nvPr>
        </p:nvSpPr>
        <p:spPr>
          <a:xfrm>
            <a:off x="625844" y="195325"/>
            <a:ext cx="2649300" cy="1838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4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4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4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4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4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4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4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4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4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ble of contents">
  <p:cSld name="CUSTOM_9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39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12"/>
          <p:cNvSpPr txBox="1"/>
          <p:nvPr>
            <p:ph type="ctrTitle"/>
          </p:nvPr>
        </p:nvSpPr>
        <p:spPr>
          <a:xfrm flipH="1">
            <a:off x="773250" y="1735721"/>
            <a:ext cx="2504100" cy="577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>
                <a:solidFill>
                  <a:schemeClr val="accent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None/>
              <a:defRPr sz="1800">
                <a:solidFill>
                  <a:srgbClr val="434343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None/>
              <a:defRPr sz="1800">
                <a:solidFill>
                  <a:srgbClr val="434343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None/>
              <a:defRPr sz="1800">
                <a:solidFill>
                  <a:srgbClr val="434343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None/>
              <a:defRPr sz="1800">
                <a:solidFill>
                  <a:srgbClr val="434343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None/>
              <a:defRPr sz="1800">
                <a:solidFill>
                  <a:srgbClr val="434343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None/>
              <a:defRPr sz="1800">
                <a:solidFill>
                  <a:srgbClr val="434343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None/>
              <a:defRPr sz="1800">
                <a:solidFill>
                  <a:srgbClr val="434343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None/>
              <a:defRPr sz="1800">
                <a:solidFill>
                  <a:srgbClr val="434343"/>
                </a:solidFill>
              </a:defRPr>
            </a:lvl9pPr>
          </a:lstStyle>
          <a:p/>
        </p:txBody>
      </p:sp>
      <p:sp>
        <p:nvSpPr>
          <p:cNvPr id="41" name="Google Shape;41;p12"/>
          <p:cNvSpPr txBox="1"/>
          <p:nvPr>
            <p:ph idx="1" type="subTitle"/>
          </p:nvPr>
        </p:nvSpPr>
        <p:spPr>
          <a:xfrm flipH="1">
            <a:off x="773250" y="2243946"/>
            <a:ext cx="2504100" cy="745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42" name="Google Shape;42;p12"/>
          <p:cNvSpPr txBox="1"/>
          <p:nvPr>
            <p:ph hasCustomPrompt="1" idx="2" type="title"/>
          </p:nvPr>
        </p:nvSpPr>
        <p:spPr>
          <a:xfrm>
            <a:off x="1760724" y="1238601"/>
            <a:ext cx="529200" cy="577800"/>
          </a:xfrm>
          <a:prstGeom prst="rect">
            <a:avLst/>
          </a:prstGeom>
          <a:noFill/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5500"/>
              <a:buNone/>
              <a:defRPr sz="36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5500"/>
              <a:buFont typeface="Fira Sans Extra Condensed Medium"/>
              <a:buNone/>
              <a:defRPr sz="55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5500"/>
              <a:buFont typeface="Fira Sans Extra Condensed Medium"/>
              <a:buNone/>
              <a:defRPr sz="55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5500"/>
              <a:buFont typeface="Fira Sans Extra Condensed Medium"/>
              <a:buNone/>
              <a:defRPr sz="55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5500"/>
              <a:buFont typeface="Fira Sans Extra Condensed Medium"/>
              <a:buNone/>
              <a:defRPr sz="55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5500"/>
              <a:buFont typeface="Fira Sans Extra Condensed Medium"/>
              <a:buNone/>
              <a:defRPr sz="55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5500"/>
              <a:buFont typeface="Fira Sans Extra Condensed Medium"/>
              <a:buNone/>
              <a:defRPr sz="55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5500"/>
              <a:buFont typeface="Fira Sans Extra Condensed Medium"/>
              <a:buNone/>
              <a:defRPr sz="55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5500"/>
              <a:buFont typeface="Fira Sans Extra Condensed Medium"/>
              <a:buNone/>
              <a:defRPr sz="55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9pPr>
          </a:lstStyle>
          <a:p>
            <a:r>
              <a:t>xx%</a:t>
            </a:r>
          </a:p>
        </p:txBody>
      </p:sp>
      <p:sp>
        <p:nvSpPr>
          <p:cNvPr id="43" name="Google Shape;43;p12"/>
          <p:cNvSpPr txBox="1"/>
          <p:nvPr>
            <p:ph idx="3" type="ctrTitle"/>
          </p:nvPr>
        </p:nvSpPr>
        <p:spPr>
          <a:xfrm flipH="1">
            <a:off x="3379651" y="1735789"/>
            <a:ext cx="2384700" cy="577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>
                <a:solidFill>
                  <a:schemeClr val="accent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None/>
              <a:defRPr sz="1800">
                <a:solidFill>
                  <a:srgbClr val="434343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None/>
              <a:defRPr sz="1800">
                <a:solidFill>
                  <a:srgbClr val="434343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None/>
              <a:defRPr sz="1800">
                <a:solidFill>
                  <a:srgbClr val="434343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None/>
              <a:defRPr sz="1800">
                <a:solidFill>
                  <a:srgbClr val="434343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None/>
              <a:defRPr sz="1800">
                <a:solidFill>
                  <a:srgbClr val="434343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None/>
              <a:defRPr sz="1800">
                <a:solidFill>
                  <a:srgbClr val="434343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None/>
              <a:defRPr sz="1800">
                <a:solidFill>
                  <a:srgbClr val="434343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None/>
              <a:defRPr sz="1800">
                <a:solidFill>
                  <a:srgbClr val="434343"/>
                </a:solidFill>
              </a:defRPr>
            </a:lvl9pPr>
          </a:lstStyle>
          <a:p/>
        </p:txBody>
      </p:sp>
      <p:sp>
        <p:nvSpPr>
          <p:cNvPr id="44" name="Google Shape;44;p12"/>
          <p:cNvSpPr txBox="1"/>
          <p:nvPr>
            <p:ph idx="4" type="subTitle"/>
          </p:nvPr>
        </p:nvSpPr>
        <p:spPr>
          <a:xfrm flipH="1">
            <a:off x="3277350" y="2243949"/>
            <a:ext cx="2589300" cy="745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45" name="Google Shape;45;p12"/>
          <p:cNvSpPr txBox="1"/>
          <p:nvPr>
            <p:ph hasCustomPrompt="1" idx="5" type="title"/>
          </p:nvPr>
        </p:nvSpPr>
        <p:spPr>
          <a:xfrm>
            <a:off x="4098299" y="1238612"/>
            <a:ext cx="947400" cy="577800"/>
          </a:xfrm>
          <a:prstGeom prst="rect">
            <a:avLst/>
          </a:prstGeom>
          <a:noFill/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5500"/>
              <a:buNone/>
              <a:defRPr sz="36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5500"/>
              <a:buFont typeface="Fira Sans Extra Condensed Medium"/>
              <a:buNone/>
              <a:defRPr sz="55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5500"/>
              <a:buFont typeface="Fira Sans Extra Condensed Medium"/>
              <a:buNone/>
              <a:defRPr sz="55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5500"/>
              <a:buFont typeface="Fira Sans Extra Condensed Medium"/>
              <a:buNone/>
              <a:defRPr sz="55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5500"/>
              <a:buFont typeface="Fira Sans Extra Condensed Medium"/>
              <a:buNone/>
              <a:defRPr sz="55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5500"/>
              <a:buFont typeface="Fira Sans Extra Condensed Medium"/>
              <a:buNone/>
              <a:defRPr sz="55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5500"/>
              <a:buFont typeface="Fira Sans Extra Condensed Medium"/>
              <a:buNone/>
              <a:defRPr sz="55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5500"/>
              <a:buFont typeface="Fira Sans Extra Condensed Medium"/>
              <a:buNone/>
              <a:defRPr sz="55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5500"/>
              <a:buFont typeface="Fira Sans Extra Condensed Medium"/>
              <a:buNone/>
              <a:defRPr sz="55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9pPr>
          </a:lstStyle>
          <a:p>
            <a:r>
              <a:t>xx%</a:t>
            </a:r>
          </a:p>
        </p:txBody>
      </p:sp>
      <p:sp>
        <p:nvSpPr>
          <p:cNvPr id="46" name="Google Shape;46;p12"/>
          <p:cNvSpPr txBox="1"/>
          <p:nvPr>
            <p:ph idx="6" type="ctrTitle"/>
          </p:nvPr>
        </p:nvSpPr>
        <p:spPr>
          <a:xfrm flipH="1">
            <a:off x="5792712" y="1742097"/>
            <a:ext cx="2453100" cy="577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>
                <a:solidFill>
                  <a:schemeClr val="accen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None/>
              <a:defRPr sz="1800">
                <a:solidFill>
                  <a:srgbClr val="434343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None/>
              <a:defRPr sz="1800">
                <a:solidFill>
                  <a:srgbClr val="434343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None/>
              <a:defRPr sz="1800">
                <a:solidFill>
                  <a:srgbClr val="434343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None/>
              <a:defRPr sz="1800">
                <a:solidFill>
                  <a:srgbClr val="434343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None/>
              <a:defRPr sz="1800">
                <a:solidFill>
                  <a:srgbClr val="434343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None/>
              <a:defRPr sz="1800">
                <a:solidFill>
                  <a:srgbClr val="434343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None/>
              <a:defRPr sz="1800">
                <a:solidFill>
                  <a:srgbClr val="434343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None/>
              <a:defRPr sz="1800">
                <a:solidFill>
                  <a:srgbClr val="434343"/>
                </a:solidFill>
              </a:defRPr>
            </a:lvl9pPr>
          </a:lstStyle>
          <a:p/>
        </p:txBody>
      </p:sp>
      <p:sp>
        <p:nvSpPr>
          <p:cNvPr id="47" name="Google Shape;47;p12"/>
          <p:cNvSpPr txBox="1"/>
          <p:nvPr>
            <p:ph idx="7" type="subTitle"/>
          </p:nvPr>
        </p:nvSpPr>
        <p:spPr>
          <a:xfrm flipH="1">
            <a:off x="5724613" y="2243940"/>
            <a:ext cx="2589300" cy="745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48" name="Google Shape;48;p12"/>
          <p:cNvSpPr txBox="1"/>
          <p:nvPr>
            <p:ph hasCustomPrompt="1" idx="8" type="title"/>
          </p:nvPr>
        </p:nvSpPr>
        <p:spPr>
          <a:xfrm>
            <a:off x="6492612" y="1239070"/>
            <a:ext cx="1053300" cy="577800"/>
          </a:xfrm>
          <a:prstGeom prst="rect">
            <a:avLst/>
          </a:prstGeom>
          <a:noFill/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5500"/>
              <a:buNone/>
              <a:defRPr sz="3600"/>
            </a:lvl1pPr>
            <a:lvl2pPr lvl="1" rtl="0">
              <a:spcBef>
                <a:spcPts val="0"/>
              </a:spcBef>
              <a:spcAft>
                <a:spcPts val="0"/>
              </a:spcAft>
              <a:buSzPts val="5500"/>
              <a:buFont typeface="Fira Sans Extra Condensed Medium"/>
              <a:buNone/>
              <a:defRPr sz="55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5500"/>
              <a:buFont typeface="Fira Sans Extra Condensed Medium"/>
              <a:buNone/>
              <a:defRPr sz="55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5500"/>
              <a:buFont typeface="Fira Sans Extra Condensed Medium"/>
              <a:buNone/>
              <a:defRPr sz="55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5500"/>
              <a:buFont typeface="Fira Sans Extra Condensed Medium"/>
              <a:buNone/>
              <a:defRPr sz="55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5500"/>
              <a:buFont typeface="Fira Sans Extra Condensed Medium"/>
              <a:buNone/>
              <a:defRPr sz="55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5500"/>
              <a:buFont typeface="Fira Sans Extra Condensed Medium"/>
              <a:buNone/>
              <a:defRPr sz="55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5500"/>
              <a:buFont typeface="Fira Sans Extra Condensed Medium"/>
              <a:buNone/>
              <a:defRPr sz="55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5500"/>
              <a:buFont typeface="Fira Sans Extra Condensed Medium"/>
              <a:buNone/>
              <a:defRPr sz="55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9pPr>
          </a:lstStyle>
          <a:p>
            <a:r>
              <a:t>xx%</a:t>
            </a:r>
          </a:p>
        </p:txBody>
      </p:sp>
      <p:sp>
        <p:nvSpPr>
          <p:cNvPr id="49" name="Google Shape;49;p12"/>
          <p:cNvSpPr txBox="1"/>
          <p:nvPr>
            <p:ph idx="9" type="ctrTitle"/>
          </p:nvPr>
        </p:nvSpPr>
        <p:spPr>
          <a:xfrm flipH="1">
            <a:off x="2042356" y="3407989"/>
            <a:ext cx="2453100" cy="577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>
                <a:solidFill>
                  <a:schemeClr val="accen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None/>
              <a:defRPr sz="1800">
                <a:solidFill>
                  <a:srgbClr val="434343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None/>
              <a:defRPr sz="1800">
                <a:solidFill>
                  <a:srgbClr val="434343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None/>
              <a:defRPr sz="1800">
                <a:solidFill>
                  <a:srgbClr val="434343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None/>
              <a:defRPr sz="1800">
                <a:solidFill>
                  <a:srgbClr val="434343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None/>
              <a:defRPr sz="1800">
                <a:solidFill>
                  <a:srgbClr val="434343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None/>
              <a:defRPr sz="1800">
                <a:solidFill>
                  <a:srgbClr val="434343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None/>
              <a:defRPr sz="1800">
                <a:solidFill>
                  <a:srgbClr val="434343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None/>
              <a:defRPr sz="1800">
                <a:solidFill>
                  <a:srgbClr val="434343"/>
                </a:solidFill>
              </a:defRPr>
            </a:lvl9pPr>
          </a:lstStyle>
          <a:p/>
        </p:txBody>
      </p:sp>
      <p:sp>
        <p:nvSpPr>
          <p:cNvPr id="50" name="Google Shape;50;p12"/>
          <p:cNvSpPr txBox="1"/>
          <p:nvPr>
            <p:ph idx="13" type="subTitle"/>
          </p:nvPr>
        </p:nvSpPr>
        <p:spPr>
          <a:xfrm flipH="1">
            <a:off x="2042356" y="3918766"/>
            <a:ext cx="2453100" cy="57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51" name="Google Shape;51;p12"/>
          <p:cNvSpPr txBox="1"/>
          <p:nvPr>
            <p:ph hasCustomPrompt="1" idx="14" type="title"/>
          </p:nvPr>
        </p:nvSpPr>
        <p:spPr>
          <a:xfrm>
            <a:off x="2795206" y="2903084"/>
            <a:ext cx="947400" cy="577800"/>
          </a:xfrm>
          <a:prstGeom prst="rect">
            <a:avLst/>
          </a:prstGeom>
          <a:noFill/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5500"/>
              <a:buNone/>
              <a:defRPr sz="3600"/>
            </a:lvl1pPr>
            <a:lvl2pPr lvl="1" rtl="0">
              <a:spcBef>
                <a:spcPts val="0"/>
              </a:spcBef>
              <a:spcAft>
                <a:spcPts val="0"/>
              </a:spcAft>
              <a:buSzPts val="5500"/>
              <a:buFont typeface="Fira Sans Extra Condensed Medium"/>
              <a:buNone/>
              <a:defRPr sz="55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5500"/>
              <a:buFont typeface="Fira Sans Extra Condensed Medium"/>
              <a:buNone/>
              <a:defRPr sz="55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5500"/>
              <a:buFont typeface="Fira Sans Extra Condensed Medium"/>
              <a:buNone/>
              <a:defRPr sz="55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5500"/>
              <a:buFont typeface="Fira Sans Extra Condensed Medium"/>
              <a:buNone/>
              <a:defRPr sz="55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5500"/>
              <a:buFont typeface="Fira Sans Extra Condensed Medium"/>
              <a:buNone/>
              <a:defRPr sz="55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5500"/>
              <a:buFont typeface="Fira Sans Extra Condensed Medium"/>
              <a:buNone/>
              <a:defRPr sz="55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5500"/>
              <a:buFont typeface="Fira Sans Extra Condensed Medium"/>
              <a:buNone/>
              <a:defRPr sz="55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5500"/>
              <a:buFont typeface="Fira Sans Extra Condensed Medium"/>
              <a:buNone/>
              <a:defRPr sz="55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9pPr>
          </a:lstStyle>
          <a:p>
            <a:r>
              <a:t>xx%</a:t>
            </a:r>
          </a:p>
        </p:txBody>
      </p:sp>
      <p:sp>
        <p:nvSpPr>
          <p:cNvPr id="52" name="Google Shape;52;p12"/>
          <p:cNvSpPr txBox="1"/>
          <p:nvPr>
            <p:ph idx="15" type="ctrTitle"/>
          </p:nvPr>
        </p:nvSpPr>
        <p:spPr>
          <a:xfrm flipH="1">
            <a:off x="4571146" y="3407989"/>
            <a:ext cx="2453100" cy="577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>
                <a:solidFill>
                  <a:schemeClr val="accen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None/>
              <a:defRPr sz="1800">
                <a:solidFill>
                  <a:srgbClr val="434343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None/>
              <a:defRPr sz="1800">
                <a:solidFill>
                  <a:srgbClr val="434343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None/>
              <a:defRPr sz="1800">
                <a:solidFill>
                  <a:srgbClr val="434343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None/>
              <a:defRPr sz="1800">
                <a:solidFill>
                  <a:srgbClr val="434343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None/>
              <a:defRPr sz="1800">
                <a:solidFill>
                  <a:srgbClr val="434343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None/>
              <a:defRPr sz="1800">
                <a:solidFill>
                  <a:srgbClr val="434343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None/>
              <a:defRPr sz="1800">
                <a:solidFill>
                  <a:srgbClr val="434343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None/>
              <a:defRPr sz="1800">
                <a:solidFill>
                  <a:srgbClr val="434343"/>
                </a:solidFill>
              </a:defRPr>
            </a:lvl9pPr>
          </a:lstStyle>
          <a:p/>
        </p:txBody>
      </p:sp>
      <p:sp>
        <p:nvSpPr>
          <p:cNvPr id="53" name="Google Shape;53;p12"/>
          <p:cNvSpPr txBox="1"/>
          <p:nvPr>
            <p:ph idx="16" type="subTitle"/>
          </p:nvPr>
        </p:nvSpPr>
        <p:spPr>
          <a:xfrm flipH="1">
            <a:off x="4605346" y="3918766"/>
            <a:ext cx="2384700" cy="57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54" name="Google Shape;54;p12"/>
          <p:cNvSpPr txBox="1"/>
          <p:nvPr>
            <p:ph hasCustomPrompt="1" idx="17" type="title"/>
          </p:nvPr>
        </p:nvSpPr>
        <p:spPr>
          <a:xfrm>
            <a:off x="5323996" y="2903084"/>
            <a:ext cx="947400" cy="577800"/>
          </a:xfrm>
          <a:prstGeom prst="rect">
            <a:avLst/>
          </a:prstGeom>
          <a:noFill/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5500"/>
              <a:buNone/>
              <a:defRPr sz="3600"/>
            </a:lvl1pPr>
            <a:lvl2pPr lvl="1" rtl="0">
              <a:spcBef>
                <a:spcPts val="0"/>
              </a:spcBef>
              <a:spcAft>
                <a:spcPts val="0"/>
              </a:spcAft>
              <a:buSzPts val="5500"/>
              <a:buFont typeface="Fira Sans Extra Condensed Medium"/>
              <a:buNone/>
              <a:defRPr sz="55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5500"/>
              <a:buFont typeface="Fira Sans Extra Condensed Medium"/>
              <a:buNone/>
              <a:defRPr sz="55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5500"/>
              <a:buFont typeface="Fira Sans Extra Condensed Medium"/>
              <a:buNone/>
              <a:defRPr sz="55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5500"/>
              <a:buFont typeface="Fira Sans Extra Condensed Medium"/>
              <a:buNone/>
              <a:defRPr sz="55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5500"/>
              <a:buFont typeface="Fira Sans Extra Condensed Medium"/>
              <a:buNone/>
              <a:defRPr sz="55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5500"/>
              <a:buFont typeface="Fira Sans Extra Condensed Medium"/>
              <a:buNone/>
              <a:defRPr sz="55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5500"/>
              <a:buFont typeface="Fira Sans Extra Condensed Medium"/>
              <a:buNone/>
              <a:defRPr sz="55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5500"/>
              <a:buFont typeface="Fira Sans Extra Condensed Medium"/>
              <a:buNone/>
              <a:defRPr sz="55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9pPr>
          </a:lstStyle>
          <a:p>
            <a:r>
              <a:t>xx%</a:t>
            </a:r>
          </a:p>
        </p:txBody>
      </p:sp>
      <p:sp>
        <p:nvSpPr>
          <p:cNvPr id="55" name="Google Shape;55;p12"/>
          <p:cNvSpPr txBox="1"/>
          <p:nvPr>
            <p:ph idx="18" type="title"/>
          </p:nvPr>
        </p:nvSpPr>
        <p:spPr>
          <a:xfrm>
            <a:off x="2421000" y="283608"/>
            <a:ext cx="4302000" cy="630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None/>
              <a:defRPr sz="3600"/>
            </a:lvl1pPr>
            <a:lvl2pPr lvl="1" rtl="0" algn="ctr"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accent2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accent2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accent2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accent2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accent2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accent2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accent2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accent2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hree columns">
  <p:cSld name="CUSTOM_1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13"/>
          <p:cNvSpPr txBox="1"/>
          <p:nvPr>
            <p:ph type="ctrTitle"/>
          </p:nvPr>
        </p:nvSpPr>
        <p:spPr>
          <a:xfrm flipH="1">
            <a:off x="6552430" y="2010857"/>
            <a:ext cx="1560600" cy="577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None/>
              <a:defRPr sz="1800">
                <a:solidFill>
                  <a:srgbClr val="434343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None/>
              <a:defRPr sz="1800">
                <a:solidFill>
                  <a:srgbClr val="434343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None/>
              <a:defRPr sz="1800">
                <a:solidFill>
                  <a:srgbClr val="434343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None/>
              <a:defRPr sz="1800">
                <a:solidFill>
                  <a:srgbClr val="434343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None/>
              <a:defRPr sz="1800">
                <a:solidFill>
                  <a:srgbClr val="434343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None/>
              <a:defRPr sz="1800">
                <a:solidFill>
                  <a:srgbClr val="434343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None/>
              <a:defRPr sz="1800">
                <a:solidFill>
                  <a:srgbClr val="434343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None/>
              <a:defRPr sz="1800">
                <a:solidFill>
                  <a:srgbClr val="434343"/>
                </a:solidFill>
              </a:defRPr>
            </a:lvl9pPr>
          </a:lstStyle>
          <a:p/>
        </p:txBody>
      </p:sp>
      <p:sp>
        <p:nvSpPr>
          <p:cNvPr id="58" name="Google Shape;58;p13"/>
          <p:cNvSpPr txBox="1"/>
          <p:nvPr>
            <p:ph idx="1" type="subTitle"/>
          </p:nvPr>
        </p:nvSpPr>
        <p:spPr>
          <a:xfrm flipH="1">
            <a:off x="6472706" y="2473075"/>
            <a:ext cx="1719900" cy="87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/>
        </p:txBody>
      </p:sp>
      <p:sp>
        <p:nvSpPr>
          <p:cNvPr id="59" name="Google Shape;59;p13"/>
          <p:cNvSpPr txBox="1"/>
          <p:nvPr>
            <p:ph idx="2" type="ctrTitle"/>
          </p:nvPr>
        </p:nvSpPr>
        <p:spPr>
          <a:xfrm flipH="1">
            <a:off x="3791699" y="2463578"/>
            <a:ext cx="1560600" cy="577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None/>
              <a:defRPr sz="1800">
                <a:solidFill>
                  <a:srgbClr val="434343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None/>
              <a:defRPr sz="1800">
                <a:solidFill>
                  <a:srgbClr val="434343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None/>
              <a:defRPr sz="1800">
                <a:solidFill>
                  <a:srgbClr val="434343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None/>
              <a:defRPr sz="1800">
                <a:solidFill>
                  <a:srgbClr val="434343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None/>
              <a:defRPr sz="1800">
                <a:solidFill>
                  <a:srgbClr val="434343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None/>
              <a:defRPr sz="1800">
                <a:solidFill>
                  <a:srgbClr val="434343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None/>
              <a:defRPr sz="1800">
                <a:solidFill>
                  <a:srgbClr val="434343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None/>
              <a:defRPr sz="1800">
                <a:solidFill>
                  <a:srgbClr val="434343"/>
                </a:solidFill>
              </a:defRPr>
            </a:lvl9pPr>
          </a:lstStyle>
          <a:p/>
        </p:txBody>
      </p:sp>
      <p:sp>
        <p:nvSpPr>
          <p:cNvPr id="60" name="Google Shape;60;p13"/>
          <p:cNvSpPr txBox="1"/>
          <p:nvPr>
            <p:ph idx="3" type="subTitle"/>
          </p:nvPr>
        </p:nvSpPr>
        <p:spPr>
          <a:xfrm flipH="1">
            <a:off x="3791699" y="2938421"/>
            <a:ext cx="1560600" cy="87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/>
        </p:txBody>
      </p:sp>
      <p:sp>
        <p:nvSpPr>
          <p:cNvPr id="61" name="Google Shape;61;p13"/>
          <p:cNvSpPr txBox="1"/>
          <p:nvPr>
            <p:ph idx="4" type="ctrTitle"/>
          </p:nvPr>
        </p:nvSpPr>
        <p:spPr>
          <a:xfrm flipH="1">
            <a:off x="1071599" y="2010857"/>
            <a:ext cx="1560600" cy="577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None/>
              <a:defRPr sz="1800">
                <a:solidFill>
                  <a:srgbClr val="434343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None/>
              <a:defRPr sz="1800">
                <a:solidFill>
                  <a:srgbClr val="434343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None/>
              <a:defRPr sz="1800">
                <a:solidFill>
                  <a:srgbClr val="434343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None/>
              <a:defRPr sz="1800">
                <a:solidFill>
                  <a:srgbClr val="434343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None/>
              <a:defRPr sz="1800">
                <a:solidFill>
                  <a:srgbClr val="434343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None/>
              <a:defRPr sz="1800">
                <a:solidFill>
                  <a:srgbClr val="434343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None/>
              <a:defRPr sz="1800">
                <a:solidFill>
                  <a:srgbClr val="434343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None/>
              <a:defRPr sz="1800">
                <a:solidFill>
                  <a:srgbClr val="434343"/>
                </a:solidFill>
              </a:defRPr>
            </a:lvl9pPr>
          </a:lstStyle>
          <a:p/>
        </p:txBody>
      </p:sp>
      <p:sp>
        <p:nvSpPr>
          <p:cNvPr id="62" name="Google Shape;62;p13"/>
          <p:cNvSpPr txBox="1"/>
          <p:nvPr>
            <p:ph idx="5" type="subTitle"/>
          </p:nvPr>
        </p:nvSpPr>
        <p:spPr>
          <a:xfrm flipH="1">
            <a:off x="1071600" y="2473075"/>
            <a:ext cx="1560600" cy="87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/>
        </p:txBody>
      </p:sp>
      <p:sp>
        <p:nvSpPr>
          <p:cNvPr id="63" name="Google Shape;63;p13"/>
          <p:cNvSpPr txBox="1"/>
          <p:nvPr>
            <p:ph idx="6" type="title"/>
          </p:nvPr>
        </p:nvSpPr>
        <p:spPr>
          <a:xfrm>
            <a:off x="2421000" y="283608"/>
            <a:ext cx="4302000" cy="630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None/>
              <a:defRPr sz="3600"/>
            </a:lvl1pPr>
            <a:lvl2pPr lvl="1" rtl="0" algn="ctr"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accent2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accent2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accent2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accent2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accent2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accent2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accent2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accent2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four columns">
  <p:cSld name="CUSTOM_1_1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14"/>
          <p:cNvSpPr txBox="1"/>
          <p:nvPr>
            <p:ph type="ctrTitle"/>
          </p:nvPr>
        </p:nvSpPr>
        <p:spPr>
          <a:xfrm flipH="1">
            <a:off x="5126168" y="3534082"/>
            <a:ext cx="1869300" cy="57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None/>
              <a:defRPr sz="1800">
                <a:solidFill>
                  <a:srgbClr val="434343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None/>
              <a:defRPr sz="1800">
                <a:solidFill>
                  <a:srgbClr val="434343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None/>
              <a:defRPr sz="1800">
                <a:solidFill>
                  <a:srgbClr val="434343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None/>
              <a:defRPr sz="1800">
                <a:solidFill>
                  <a:srgbClr val="434343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None/>
              <a:defRPr sz="1800">
                <a:solidFill>
                  <a:srgbClr val="434343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None/>
              <a:defRPr sz="1800">
                <a:solidFill>
                  <a:srgbClr val="434343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None/>
              <a:defRPr sz="1800">
                <a:solidFill>
                  <a:srgbClr val="434343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None/>
              <a:defRPr sz="1800">
                <a:solidFill>
                  <a:srgbClr val="434343"/>
                </a:solidFill>
              </a:defRPr>
            </a:lvl9pPr>
          </a:lstStyle>
          <a:p/>
        </p:txBody>
      </p:sp>
      <p:sp>
        <p:nvSpPr>
          <p:cNvPr id="66" name="Google Shape;66;p14"/>
          <p:cNvSpPr txBox="1"/>
          <p:nvPr>
            <p:ph idx="1" type="subTitle"/>
          </p:nvPr>
        </p:nvSpPr>
        <p:spPr>
          <a:xfrm flipH="1">
            <a:off x="5126168" y="2966850"/>
            <a:ext cx="1869300" cy="64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/>
        </p:txBody>
      </p:sp>
      <p:sp>
        <p:nvSpPr>
          <p:cNvPr id="67" name="Google Shape;67;p14"/>
          <p:cNvSpPr txBox="1"/>
          <p:nvPr>
            <p:ph idx="2" type="ctrTitle"/>
          </p:nvPr>
        </p:nvSpPr>
        <p:spPr>
          <a:xfrm flipH="1">
            <a:off x="5150318" y="2085436"/>
            <a:ext cx="1821000" cy="45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None/>
              <a:defRPr sz="1800">
                <a:solidFill>
                  <a:srgbClr val="434343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None/>
              <a:defRPr sz="1800">
                <a:solidFill>
                  <a:srgbClr val="434343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None/>
              <a:defRPr sz="1800">
                <a:solidFill>
                  <a:srgbClr val="434343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None/>
              <a:defRPr sz="1800">
                <a:solidFill>
                  <a:srgbClr val="434343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None/>
              <a:defRPr sz="1800">
                <a:solidFill>
                  <a:srgbClr val="434343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None/>
              <a:defRPr sz="1800">
                <a:solidFill>
                  <a:srgbClr val="434343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None/>
              <a:defRPr sz="1800">
                <a:solidFill>
                  <a:srgbClr val="434343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None/>
              <a:defRPr sz="1800">
                <a:solidFill>
                  <a:srgbClr val="434343"/>
                </a:solidFill>
              </a:defRPr>
            </a:lvl9pPr>
          </a:lstStyle>
          <a:p/>
        </p:txBody>
      </p:sp>
      <p:sp>
        <p:nvSpPr>
          <p:cNvPr id="68" name="Google Shape;68;p14"/>
          <p:cNvSpPr txBox="1"/>
          <p:nvPr>
            <p:ph idx="3" type="subTitle"/>
          </p:nvPr>
        </p:nvSpPr>
        <p:spPr>
          <a:xfrm flipH="1">
            <a:off x="5126168" y="1517150"/>
            <a:ext cx="1869300" cy="64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/>
        </p:txBody>
      </p:sp>
      <p:sp>
        <p:nvSpPr>
          <p:cNvPr id="69" name="Google Shape;69;p14"/>
          <p:cNvSpPr txBox="1"/>
          <p:nvPr>
            <p:ph idx="4" type="ctrTitle"/>
          </p:nvPr>
        </p:nvSpPr>
        <p:spPr>
          <a:xfrm flipH="1">
            <a:off x="2241967" y="2088936"/>
            <a:ext cx="1793700" cy="45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None/>
              <a:defRPr sz="1800">
                <a:solidFill>
                  <a:srgbClr val="434343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None/>
              <a:defRPr sz="1800">
                <a:solidFill>
                  <a:srgbClr val="434343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None/>
              <a:defRPr sz="1800">
                <a:solidFill>
                  <a:srgbClr val="434343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None/>
              <a:defRPr sz="1800">
                <a:solidFill>
                  <a:srgbClr val="434343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None/>
              <a:defRPr sz="1800">
                <a:solidFill>
                  <a:srgbClr val="434343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None/>
              <a:defRPr sz="1800">
                <a:solidFill>
                  <a:srgbClr val="434343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None/>
              <a:defRPr sz="1800">
                <a:solidFill>
                  <a:srgbClr val="434343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None/>
              <a:defRPr sz="1800">
                <a:solidFill>
                  <a:srgbClr val="434343"/>
                </a:solidFill>
              </a:defRPr>
            </a:lvl9pPr>
          </a:lstStyle>
          <a:p/>
        </p:txBody>
      </p:sp>
      <p:sp>
        <p:nvSpPr>
          <p:cNvPr id="70" name="Google Shape;70;p14"/>
          <p:cNvSpPr txBox="1"/>
          <p:nvPr>
            <p:ph idx="5" type="subTitle"/>
          </p:nvPr>
        </p:nvSpPr>
        <p:spPr>
          <a:xfrm flipH="1">
            <a:off x="2204167" y="1517160"/>
            <a:ext cx="1869300" cy="64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/>
        </p:txBody>
      </p:sp>
      <p:sp>
        <p:nvSpPr>
          <p:cNvPr id="71" name="Google Shape;71;p14"/>
          <p:cNvSpPr txBox="1"/>
          <p:nvPr>
            <p:ph idx="6" type="ctrTitle"/>
          </p:nvPr>
        </p:nvSpPr>
        <p:spPr>
          <a:xfrm flipH="1">
            <a:off x="2204167" y="3534082"/>
            <a:ext cx="1869300" cy="57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None/>
              <a:defRPr sz="1800">
                <a:solidFill>
                  <a:srgbClr val="434343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None/>
              <a:defRPr sz="1800">
                <a:solidFill>
                  <a:srgbClr val="434343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None/>
              <a:defRPr sz="1800">
                <a:solidFill>
                  <a:srgbClr val="434343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None/>
              <a:defRPr sz="1800">
                <a:solidFill>
                  <a:srgbClr val="434343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None/>
              <a:defRPr sz="1800">
                <a:solidFill>
                  <a:srgbClr val="434343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None/>
              <a:defRPr sz="1800">
                <a:solidFill>
                  <a:srgbClr val="434343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None/>
              <a:defRPr sz="1800">
                <a:solidFill>
                  <a:srgbClr val="434343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None/>
              <a:defRPr sz="1800">
                <a:solidFill>
                  <a:srgbClr val="434343"/>
                </a:solidFill>
              </a:defRPr>
            </a:lvl9pPr>
          </a:lstStyle>
          <a:p/>
        </p:txBody>
      </p:sp>
      <p:sp>
        <p:nvSpPr>
          <p:cNvPr id="72" name="Google Shape;72;p14"/>
          <p:cNvSpPr txBox="1"/>
          <p:nvPr>
            <p:ph idx="7" type="subTitle"/>
          </p:nvPr>
        </p:nvSpPr>
        <p:spPr>
          <a:xfrm flipH="1">
            <a:off x="2204167" y="2966850"/>
            <a:ext cx="1869300" cy="64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/>
        </p:txBody>
      </p:sp>
      <p:sp>
        <p:nvSpPr>
          <p:cNvPr id="73" name="Google Shape;73;p14"/>
          <p:cNvSpPr txBox="1"/>
          <p:nvPr>
            <p:ph idx="8" type="title"/>
          </p:nvPr>
        </p:nvSpPr>
        <p:spPr>
          <a:xfrm>
            <a:off x="2421000" y="283608"/>
            <a:ext cx="4302000" cy="630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None/>
              <a:defRPr sz="3600"/>
            </a:lvl1pPr>
            <a:lvl2pPr lvl="1" rtl="0" algn="ctr"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accent2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accent2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accent2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accent2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accent2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accent2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accent2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accent2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hree columms 2">
  <p:cSld name="TITLE_AND_TWO_COLUMNS_1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5"/>
          <p:cNvSpPr txBox="1"/>
          <p:nvPr>
            <p:ph type="ctrTitle"/>
          </p:nvPr>
        </p:nvSpPr>
        <p:spPr>
          <a:xfrm flipH="1">
            <a:off x="989230" y="2431689"/>
            <a:ext cx="2012100" cy="577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r">
              <a:spcBef>
                <a:spcPts val="0"/>
              </a:spcBef>
              <a:spcAft>
                <a:spcPts val="0"/>
              </a:spcAft>
              <a:buSzPts val="2400"/>
              <a:buNone/>
              <a:defRPr sz="2200"/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None/>
              <a:defRPr sz="1800">
                <a:solidFill>
                  <a:srgbClr val="434343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None/>
              <a:defRPr sz="1800">
                <a:solidFill>
                  <a:srgbClr val="434343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None/>
              <a:defRPr sz="1800">
                <a:solidFill>
                  <a:srgbClr val="434343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None/>
              <a:defRPr sz="1800">
                <a:solidFill>
                  <a:srgbClr val="434343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None/>
              <a:defRPr sz="1800">
                <a:solidFill>
                  <a:srgbClr val="434343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None/>
              <a:defRPr sz="1800">
                <a:solidFill>
                  <a:srgbClr val="434343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None/>
              <a:defRPr sz="1800">
                <a:solidFill>
                  <a:srgbClr val="434343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None/>
              <a:defRPr sz="1800">
                <a:solidFill>
                  <a:srgbClr val="434343"/>
                </a:solidFill>
              </a:defRPr>
            </a:lvl9pPr>
          </a:lstStyle>
          <a:p/>
        </p:txBody>
      </p:sp>
      <p:sp>
        <p:nvSpPr>
          <p:cNvPr id="76" name="Google Shape;76;p15"/>
          <p:cNvSpPr txBox="1"/>
          <p:nvPr>
            <p:ph idx="1" type="subTitle"/>
          </p:nvPr>
        </p:nvSpPr>
        <p:spPr>
          <a:xfrm flipH="1">
            <a:off x="715630" y="2828489"/>
            <a:ext cx="2285700" cy="87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/>
        </p:txBody>
      </p:sp>
      <p:sp>
        <p:nvSpPr>
          <p:cNvPr id="77" name="Google Shape;77;p15"/>
          <p:cNvSpPr txBox="1"/>
          <p:nvPr>
            <p:ph idx="2" type="ctrTitle"/>
          </p:nvPr>
        </p:nvSpPr>
        <p:spPr>
          <a:xfrm flipH="1">
            <a:off x="5754257" y="3249841"/>
            <a:ext cx="1560600" cy="577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None/>
              <a:defRPr sz="2200"/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None/>
              <a:defRPr sz="1800">
                <a:solidFill>
                  <a:srgbClr val="434343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None/>
              <a:defRPr sz="1800">
                <a:solidFill>
                  <a:srgbClr val="434343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None/>
              <a:defRPr sz="1800">
                <a:solidFill>
                  <a:srgbClr val="434343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None/>
              <a:defRPr sz="1800">
                <a:solidFill>
                  <a:srgbClr val="434343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None/>
              <a:defRPr sz="1800">
                <a:solidFill>
                  <a:srgbClr val="434343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None/>
              <a:defRPr sz="1800">
                <a:solidFill>
                  <a:srgbClr val="434343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None/>
              <a:defRPr sz="1800">
                <a:solidFill>
                  <a:srgbClr val="434343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None/>
              <a:defRPr sz="1800">
                <a:solidFill>
                  <a:srgbClr val="434343"/>
                </a:solidFill>
              </a:defRPr>
            </a:lvl9pPr>
          </a:lstStyle>
          <a:p/>
        </p:txBody>
      </p:sp>
      <p:sp>
        <p:nvSpPr>
          <p:cNvPr id="78" name="Google Shape;78;p15"/>
          <p:cNvSpPr txBox="1"/>
          <p:nvPr>
            <p:ph idx="3" type="subTitle"/>
          </p:nvPr>
        </p:nvSpPr>
        <p:spPr>
          <a:xfrm flipH="1">
            <a:off x="5754257" y="3646373"/>
            <a:ext cx="2285700" cy="87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/>
        </p:txBody>
      </p:sp>
      <p:sp>
        <p:nvSpPr>
          <p:cNvPr id="79" name="Google Shape;79;p15"/>
          <p:cNvSpPr txBox="1"/>
          <p:nvPr>
            <p:ph idx="4" type="ctrTitle"/>
          </p:nvPr>
        </p:nvSpPr>
        <p:spPr>
          <a:xfrm flipH="1">
            <a:off x="6095335" y="1398079"/>
            <a:ext cx="1560600" cy="577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None/>
              <a:defRPr sz="2200"/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None/>
              <a:defRPr sz="1800">
                <a:solidFill>
                  <a:srgbClr val="434343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None/>
              <a:defRPr sz="1800">
                <a:solidFill>
                  <a:srgbClr val="434343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None/>
              <a:defRPr sz="1800">
                <a:solidFill>
                  <a:srgbClr val="434343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None/>
              <a:defRPr sz="1800">
                <a:solidFill>
                  <a:srgbClr val="434343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None/>
              <a:defRPr sz="1800">
                <a:solidFill>
                  <a:srgbClr val="434343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None/>
              <a:defRPr sz="1800">
                <a:solidFill>
                  <a:srgbClr val="434343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None/>
              <a:defRPr sz="1800">
                <a:solidFill>
                  <a:srgbClr val="434343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None/>
              <a:defRPr sz="1800">
                <a:solidFill>
                  <a:srgbClr val="434343"/>
                </a:solidFill>
              </a:defRPr>
            </a:lvl9pPr>
          </a:lstStyle>
          <a:p/>
        </p:txBody>
      </p:sp>
      <p:sp>
        <p:nvSpPr>
          <p:cNvPr id="80" name="Google Shape;80;p15"/>
          <p:cNvSpPr txBox="1"/>
          <p:nvPr>
            <p:ph idx="5" type="subTitle"/>
          </p:nvPr>
        </p:nvSpPr>
        <p:spPr>
          <a:xfrm flipH="1">
            <a:off x="6095335" y="1794611"/>
            <a:ext cx="2285700" cy="87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/>
        </p:txBody>
      </p:sp>
      <p:sp>
        <p:nvSpPr>
          <p:cNvPr id="81" name="Google Shape;81;p15"/>
          <p:cNvSpPr txBox="1"/>
          <p:nvPr>
            <p:ph idx="6" type="title"/>
          </p:nvPr>
        </p:nvSpPr>
        <p:spPr>
          <a:xfrm>
            <a:off x="2421000" y="283608"/>
            <a:ext cx="4302000" cy="630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None/>
              <a:defRPr sz="3600"/>
            </a:lvl1pPr>
            <a:lvl2pPr lvl="1" rtl="0" algn="ctr"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accent2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accent2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accent2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accent2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accent2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accent2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accent2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accent2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six columns">
  <p:cSld name="CUSTOM_3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16"/>
          <p:cNvSpPr txBox="1"/>
          <p:nvPr>
            <p:ph type="ctrTitle"/>
          </p:nvPr>
        </p:nvSpPr>
        <p:spPr>
          <a:xfrm flipH="1">
            <a:off x="2543653" y="1245955"/>
            <a:ext cx="1560600" cy="577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accent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None/>
              <a:defRPr sz="1400">
                <a:solidFill>
                  <a:srgbClr val="434343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None/>
              <a:defRPr sz="1400">
                <a:solidFill>
                  <a:srgbClr val="434343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None/>
              <a:defRPr sz="1400">
                <a:solidFill>
                  <a:srgbClr val="434343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None/>
              <a:defRPr sz="1400">
                <a:solidFill>
                  <a:srgbClr val="434343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None/>
              <a:defRPr sz="1400">
                <a:solidFill>
                  <a:srgbClr val="434343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None/>
              <a:defRPr sz="1400">
                <a:solidFill>
                  <a:srgbClr val="434343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None/>
              <a:defRPr sz="1400">
                <a:solidFill>
                  <a:srgbClr val="434343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None/>
              <a:defRPr sz="1400">
                <a:solidFill>
                  <a:srgbClr val="434343"/>
                </a:solidFill>
              </a:defRPr>
            </a:lvl9pPr>
          </a:lstStyle>
          <a:p/>
        </p:txBody>
      </p:sp>
      <p:sp>
        <p:nvSpPr>
          <p:cNvPr id="84" name="Google Shape;84;p16"/>
          <p:cNvSpPr txBox="1"/>
          <p:nvPr>
            <p:ph idx="1" type="subTitle"/>
          </p:nvPr>
        </p:nvSpPr>
        <p:spPr>
          <a:xfrm flipH="1">
            <a:off x="2266603" y="1627785"/>
            <a:ext cx="2114700" cy="87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/>
        </p:txBody>
      </p:sp>
      <p:sp>
        <p:nvSpPr>
          <p:cNvPr id="85" name="Google Shape;85;p16"/>
          <p:cNvSpPr txBox="1"/>
          <p:nvPr>
            <p:ph idx="2" type="ctrTitle"/>
          </p:nvPr>
        </p:nvSpPr>
        <p:spPr>
          <a:xfrm flipH="1">
            <a:off x="2543653" y="3575283"/>
            <a:ext cx="1560600" cy="577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accent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None/>
              <a:defRPr sz="1400">
                <a:solidFill>
                  <a:srgbClr val="434343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None/>
              <a:defRPr sz="1400">
                <a:solidFill>
                  <a:srgbClr val="434343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None/>
              <a:defRPr sz="1400">
                <a:solidFill>
                  <a:srgbClr val="434343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None/>
              <a:defRPr sz="1400">
                <a:solidFill>
                  <a:srgbClr val="434343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None/>
              <a:defRPr sz="1400">
                <a:solidFill>
                  <a:srgbClr val="434343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None/>
              <a:defRPr sz="1400">
                <a:solidFill>
                  <a:srgbClr val="434343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None/>
              <a:defRPr sz="1400">
                <a:solidFill>
                  <a:srgbClr val="434343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None/>
              <a:defRPr sz="1400">
                <a:solidFill>
                  <a:srgbClr val="434343"/>
                </a:solidFill>
              </a:defRPr>
            </a:lvl9pPr>
          </a:lstStyle>
          <a:p/>
        </p:txBody>
      </p:sp>
      <p:sp>
        <p:nvSpPr>
          <p:cNvPr id="86" name="Google Shape;86;p16"/>
          <p:cNvSpPr txBox="1"/>
          <p:nvPr>
            <p:ph idx="3" type="subTitle"/>
          </p:nvPr>
        </p:nvSpPr>
        <p:spPr>
          <a:xfrm flipH="1">
            <a:off x="2266608" y="3958300"/>
            <a:ext cx="2114700" cy="87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/>
        </p:txBody>
      </p:sp>
      <p:sp>
        <p:nvSpPr>
          <p:cNvPr id="87" name="Google Shape;87;p16"/>
          <p:cNvSpPr txBox="1"/>
          <p:nvPr>
            <p:ph idx="4" type="ctrTitle"/>
          </p:nvPr>
        </p:nvSpPr>
        <p:spPr>
          <a:xfrm flipH="1">
            <a:off x="2543653" y="2410347"/>
            <a:ext cx="1560600" cy="577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accent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None/>
              <a:defRPr sz="1400">
                <a:solidFill>
                  <a:srgbClr val="434343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None/>
              <a:defRPr sz="1400">
                <a:solidFill>
                  <a:srgbClr val="434343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None/>
              <a:defRPr sz="1400">
                <a:solidFill>
                  <a:srgbClr val="434343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None/>
              <a:defRPr sz="1400">
                <a:solidFill>
                  <a:srgbClr val="434343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None/>
              <a:defRPr sz="1400">
                <a:solidFill>
                  <a:srgbClr val="434343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None/>
              <a:defRPr sz="1400">
                <a:solidFill>
                  <a:srgbClr val="434343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None/>
              <a:defRPr sz="1400">
                <a:solidFill>
                  <a:srgbClr val="434343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None/>
              <a:defRPr sz="1400">
                <a:solidFill>
                  <a:srgbClr val="434343"/>
                </a:solidFill>
              </a:defRPr>
            </a:lvl9pPr>
          </a:lstStyle>
          <a:p/>
        </p:txBody>
      </p:sp>
      <p:sp>
        <p:nvSpPr>
          <p:cNvPr id="88" name="Google Shape;88;p16"/>
          <p:cNvSpPr txBox="1"/>
          <p:nvPr>
            <p:ph idx="5" type="subTitle"/>
          </p:nvPr>
        </p:nvSpPr>
        <p:spPr>
          <a:xfrm flipH="1">
            <a:off x="2266608" y="2792175"/>
            <a:ext cx="2114700" cy="87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/>
        </p:txBody>
      </p:sp>
      <p:sp>
        <p:nvSpPr>
          <p:cNvPr id="89" name="Google Shape;89;p16"/>
          <p:cNvSpPr txBox="1"/>
          <p:nvPr>
            <p:ph idx="6" type="ctrTitle"/>
          </p:nvPr>
        </p:nvSpPr>
        <p:spPr>
          <a:xfrm flipH="1">
            <a:off x="5039747" y="2410346"/>
            <a:ext cx="1560600" cy="577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accent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None/>
              <a:defRPr sz="1400">
                <a:solidFill>
                  <a:srgbClr val="434343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None/>
              <a:defRPr sz="1400">
                <a:solidFill>
                  <a:srgbClr val="434343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None/>
              <a:defRPr sz="1400">
                <a:solidFill>
                  <a:srgbClr val="434343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None/>
              <a:defRPr sz="1400">
                <a:solidFill>
                  <a:srgbClr val="434343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None/>
              <a:defRPr sz="1400">
                <a:solidFill>
                  <a:srgbClr val="434343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None/>
              <a:defRPr sz="1400">
                <a:solidFill>
                  <a:srgbClr val="434343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None/>
              <a:defRPr sz="1400">
                <a:solidFill>
                  <a:srgbClr val="434343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None/>
              <a:defRPr sz="1400">
                <a:solidFill>
                  <a:srgbClr val="434343"/>
                </a:solidFill>
              </a:defRPr>
            </a:lvl9pPr>
          </a:lstStyle>
          <a:p/>
        </p:txBody>
      </p:sp>
      <p:sp>
        <p:nvSpPr>
          <p:cNvPr id="90" name="Google Shape;90;p16"/>
          <p:cNvSpPr txBox="1"/>
          <p:nvPr>
            <p:ph idx="7" type="subTitle"/>
          </p:nvPr>
        </p:nvSpPr>
        <p:spPr>
          <a:xfrm flipH="1">
            <a:off x="4762697" y="2793356"/>
            <a:ext cx="2114700" cy="87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/>
        </p:txBody>
      </p:sp>
      <p:sp>
        <p:nvSpPr>
          <p:cNvPr id="91" name="Google Shape;91;p16"/>
          <p:cNvSpPr txBox="1"/>
          <p:nvPr>
            <p:ph idx="8" type="ctrTitle"/>
          </p:nvPr>
        </p:nvSpPr>
        <p:spPr>
          <a:xfrm flipH="1">
            <a:off x="5039747" y="3575283"/>
            <a:ext cx="1560600" cy="577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accent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None/>
              <a:defRPr sz="1400">
                <a:solidFill>
                  <a:srgbClr val="434343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None/>
              <a:defRPr sz="1400">
                <a:solidFill>
                  <a:srgbClr val="434343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None/>
              <a:defRPr sz="1400">
                <a:solidFill>
                  <a:srgbClr val="434343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None/>
              <a:defRPr sz="1400">
                <a:solidFill>
                  <a:srgbClr val="434343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None/>
              <a:defRPr sz="1400">
                <a:solidFill>
                  <a:srgbClr val="434343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None/>
              <a:defRPr sz="1400">
                <a:solidFill>
                  <a:srgbClr val="434343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None/>
              <a:defRPr sz="1400">
                <a:solidFill>
                  <a:srgbClr val="434343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None/>
              <a:defRPr sz="1400">
                <a:solidFill>
                  <a:srgbClr val="434343"/>
                </a:solidFill>
              </a:defRPr>
            </a:lvl9pPr>
          </a:lstStyle>
          <a:p/>
        </p:txBody>
      </p:sp>
      <p:sp>
        <p:nvSpPr>
          <p:cNvPr id="92" name="Google Shape;92;p16"/>
          <p:cNvSpPr txBox="1"/>
          <p:nvPr>
            <p:ph idx="9" type="subTitle"/>
          </p:nvPr>
        </p:nvSpPr>
        <p:spPr>
          <a:xfrm flipH="1">
            <a:off x="4762697" y="3958293"/>
            <a:ext cx="2114700" cy="87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/>
        </p:txBody>
      </p:sp>
      <p:sp>
        <p:nvSpPr>
          <p:cNvPr id="93" name="Google Shape;93;p16"/>
          <p:cNvSpPr txBox="1"/>
          <p:nvPr>
            <p:ph idx="13" type="ctrTitle"/>
          </p:nvPr>
        </p:nvSpPr>
        <p:spPr>
          <a:xfrm flipH="1">
            <a:off x="5039747" y="1245955"/>
            <a:ext cx="1560600" cy="577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accent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None/>
              <a:defRPr sz="1400">
                <a:solidFill>
                  <a:srgbClr val="434343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None/>
              <a:defRPr sz="1400">
                <a:solidFill>
                  <a:srgbClr val="434343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None/>
              <a:defRPr sz="1400">
                <a:solidFill>
                  <a:srgbClr val="434343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None/>
              <a:defRPr sz="1400">
                <a:solidFill>
                  <a:srgbClr val="434343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None/>
              <a:defRPr sz="1400">
                <a:solidFill>
                  <a:srgbClr val="434343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None/>
              <a:defRPr sz="1400">
                <a:solidFill>
                  <a:srgbClr val="434343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None/>
              <a:defRPr sz="1400">
                <a:solidFill>
                  <a:srgbClr val="434343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None/>
              <a:defRPr sz="1400">
                <a:solidFill>
                  <a:srgbClr val="434343"/>
                </a:solidFill>
              </a:defRPr>
            </a:lvl9pPr>
          </a:lstStyle>
          <a:p/>
        </p:txBody>
      </p:sp>
      <p:sp>
        <p:nvSpPr>
          <p:cNvPr id="94" name="Google Shape;94;p16"/>
          <p:cNvSpPr txBox="1"/>
          <p:nvPr>
            <p:ph idx="14" type="subTitle"/>
          </p:nvPr>
        </p:nvSpPr>
        <p:spPr>
          <a:xfrm flipH="1">
            <a:off x="4762697" y="1627785"/>
            <a:ext cx="2114700" cy="87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/>
        </p:txBody>
      </p:sp>
      <p:sp>
        <p:nvSpPr>
          <p:cNvPr id="95" name="Google Shape;95;p16"/>
          <p:cNvSpPr txBox="1"/>
          <p:nvPr>
            <p:ph idx="15" type="title"/>
          </p:nvPr>
        </p:nvSpPr>
        <p:spPr>
          <a:xfrm>
            <a:off x="2421000" y="283608"/>
            <a:ext cx="4302000" cy="630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None/>
              <a:defRPr sz="3600"/>
            </a:lvl1pPr>
            <a:lvl2pPr lvl="1" rtl="0" algn="ctr"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accent2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accent2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accent2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accent2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accent2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accent2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accent2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accent2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Header 2">
  <p:cSld name="CUSTOM_6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17"/>
          <p:cNvSpPr txBox="1"/>
          <p:nvPr>
            <p:ph type="ctrTitle"/>
          </p:nvPr>
        </p:nvSpPr>
        <p:spPr>
          <a:xfrm flipH="1">
            <a:off x="612075" y="1881706"/>
            <a:ext cx="4182900" cy="1123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None/>
              <a:defRPr sz="6000">
                <a:solidFill>
                  <a:schemeClr val="accen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None/>
              <a:defRPr sz="1800">
                <a:solidFill>
                  <a:srgbClr val="434343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None/>
              <a:defRPr sz="1800">
                <a:solidFill>
                  <a:srgbClr val="434343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None/>
              <a:defRPr sz="1800">
                <a:solidFill>
                  <a:srgbClr val="434343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None/>
              <a:defRPr sz="1800">
                <a:solidFill>
                  <a:srgbClr val="434343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None/>
              <a:defRPr sz="1800">
                <a:solidFill>
                  <a:srgbClr val="434343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None/>
              <a:defRPr sz="1800">
                <a:solidFill>
                  <a:srgbClr val="434343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None/>
              <a:defRPr sz="1800">
                <a:solidFill>
                  <a:srgbClr val="434343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None/>
              <a:defRPr sz="1800">
                <a:solidFill>
                  <a:srgbClr val="434343"/>
                </a:solidFill>
              </a:defRPr>
            </a:lvl9pPr>
          </a:lstStyle>
          <a:p/>
        </p:txBody>
      </p:sp>
      <p:sp>
        <p:nvSpPr>
          <p:cNvPr id="98" name="Google Shape;98;p17"/>
          <p:cNvSpPr txBox="1"/>
          <p:nvPr>
            <p:ph idx="1" type="subTitle"/>
          </p:nvPr>
        </p:nvSpPr>
        <p:spPr>
          <a:xfrm flipH="1">
            <a:off x="612075" y="2837144"/>
            <a:ext cx="2559900" cy="57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/>
        </p:txBody>
      </p:sp>
      <p:sp>
        <p:nvSpPr>
          <p:cNvPr id="99" name="Google Shape;99;p17"/>
          <p:cNvSpPr txBox="1"/>
          <p:nvPr>
            <p:ph hasCustomPrompt="1" idx="2" type="title"/>
          </p:nvPr>
        </p:nvSpPr>
        <p:spPr>
          <a:xfrm flipH="1">
            <a:off x="4880701" y="2478400"/>
            <a:ext cx="1311900" cy="577800"/>
          </a:xfrm>
          <a:prstGeom prst="rect">
            <a:avLst/>
          </a:prstGeom>
          <a:noFill/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5500"/>
              <a:buNone/>
              <a:defRPr sz="7200"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5500"/>
              <a:buFont typeface="Fira Sans Extra Condensed Medium"/>
              <a:buNone/>
              <a:defRPr sz="55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5500"/>
              <a:buFont typeface="Fira Sans Extra Condensed Medium"/>
              <a:buNone/>
              <a:defRPr sz="55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5500"/>
              <a:buFont typeface="Fira Sans Extra Condensed Medium"/>
              <a:buNone/>
              <a:defRPr sz="55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5500"/>
              <a:buFont typeface="Fira Sans Extra Condensed Medium"/>
              <a:buNone/>
              <a:defRPr sz="55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5500"/>
              <a:buFont typeface="Fira Sans Extra Condensed Medium"/>
              <a:buNone/>
              <a:defRPr sz="55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5500"/>
              <a:buFont typeface="Fira Sans Extra Condensed Medium"/>
              <a:buNone/>
              <a:defRPr sz="55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5500"/>
              <a:buFont typeface="Fira Sans Extra Condensed Medium"/>
              <a:buNone/>
              <a:defRPr sz="55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5500"/>
              <a:buFont typeface="Fira Sans Extra Condensed Medium"/>
              <a:buNone/>
              <a:defRPr sz="55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9pPr>
          </a:lstStyle>
          <a:p>
            <a:r>
              <a:t>xx%</a:t>
            </a:r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Header 3">
  <p:cSld name="CUSTOM_6_1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18"/>
          <p:cNvSpPr txBox="1"/>
          <p:nvPr>
            <p:ph type="ctrTitle"/>
          </p:nvPr>
        </p:nvSpPr>
        <p:spPr>
          <a:xfrm>
            <a:off x="619650" y="2247705"/>
            <a:ext cx="2559900" cy="757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None/>
              <a:defRPr sz="6000">
                <a:solidFill>
                  <a:schemeClr val="accent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02" name="Google Shape;102;p18"/>
          <p:cNvSpPr txBox="1"/>
          <p:nvPr>
            <p:ph idx="1" type="subTitle"/>
          </p:nvPr>
        </p:nvSpPr>
        <p:spPr>
          <a:xfrm>
            <a:off x="619650" y="2837337"/>
            <a:ext cx="2559900" cy="57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/>
        </p:txBody>
      </p:sp>
      <p:sp>
        <p:nvSpPr>
          <p:cNvPr id="103" name="Google Shape;103;p18"/>
          <p:cNvSpPr txBox="1"/>
          <p:nvPr>
            <p:ph hasCustomPrompt="1" idx="2" type="title"/>
          </p:nvPr>
        </p:nvSpPr>
        <p:spPr>
          <a:xfrm>
            <a:off x="4145650" y="2884438"/>
            <a:ext cx="2240700" cy="577800"/>
          </a:xfrm>
          <a:prstGeom prst="rect">
            <a:avLst/>
          </a:prstGeom>
          <a:noFill/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5500"/>
              <a:buNone/>
              <a:defRPr sz="7200">
                <a:solidFill>
                  <a:schemeClr val="lt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5500"/>
              <a:buFont typeface="Fira Sans Extra Condensed Medium"/>
              <a:buNone/>
              <a:defRPr sz="5500">
                <a:solidFill>
                  <a:schemeClr val="lt2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5500"/>
              <a:buFont typeface="Fira Sans Extra Condensed Medium"/>
              <a:buNone/>
              <a:defRPr sz="5500">
                <a:solidFill>
                  <a:schemeClr val="lt2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5500"/>
              <a:buFont typeface="Fira Sans Extra Condensed Medium"/>
              <a:buNone/>
              <a:defRPr sz="5500">
                <a:solidFill>
                  <a:schemeClr val="lt2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5500"/>
              <a:buFont typeface="Fira Sans Extra Condensed Medium"/>
              <a:buNone/>
              <a:defRPr sz="5500">
                <a:solidFill>
                  <a:schemeClr val="lt2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5500"/>
              <a:buFont typeface="Fira Sans Extra Condensed Medium"/>
              <a:buNone/>
              <a:defRPr sz="5500">
                <a:solidFill>
                  <a:schemeClr val="lt2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5500"/>
              <a:buFont typeface="Fira Sans Extra Condensed Medium"/>
              <a:buNone/>
              <a:defRPr sz="5500">
                <a:solidFill>
                  <a:schemeClr val="lt2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5500"/>
              <a:buFont typeface="Fira Sans Extra Condensed Medium"/>
              <a:buNone/>
              <a:defRPr sz="5500">
                <a:solidFill>
                  <a:schemeClr val="lt2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5500"/>
              <a:buFont typeface="Fira Sans Extra Condensed Medium"/>
              <a:buNone/>
              <a:defRPr sz="5500">
                <a:solidFill>
                  <a:schemeClr val="lt2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9pPr>
          </a:lstStyle>
          <a:p>
            <a:r>
              <a:t>xx%</a:t>
            </a:r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Header 5">
  <p:cSld name="CUSTOM_6_1_1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19"/>
          <p:cNvSpPr txBox="1"/>
          <p:nvPr>
            <p:ph type="ctrTitle"/>
          </p:nvPr>
        </p:nvSpPr>
        <p:spPr>
          <a:xfrm flipH="1">
            <a:off x="2726850" y="2897239"/>
            <a:ext cx="3690300" cy="453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6000">
                <a:solidFill>
                  <a:schemeClr val="accen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06" name="Google Shape;106;p19"/>
          <p:cNvSpPr txBox="1"/>
          <p:nvPr>
            <p:ph idx="1" type="subTitle"/>
          </p:nvPr>
        </p:nvSpPr>
        <p:spPr>
          <a:xfrm flipH="1">
            <a:off x="3292050" y="3488360"/>
            <a:ext cx="2559900" cy="57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/>
        </p:txBody>
      </p:sp>
      <p:sp>
        <p:nvSpPr>
          <p:cNvPr id="107" name="Google Shape;107;p19"/>
          <p:cNvSpPr txBox="1"/>
          <p:nvPr>
            <p:ph hasCustomPrompt="1" idx="2" type="title"/>
          </p:nvPr>
        </p:nvSpPr>
        <p:spPr>
          <a:xfrm flipH="1">
            <a:off x="3451650" y="1351346"/>
            <a:ext cx="2240700" cy="577800"/>
          </a:xfrm>
          <a:prstGeom prst="rect">
            <a:avLst/>
          </a:prstGeom>
          <a:noFill/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5500"/>
              <a:buNone/>
              <a:defRPr sz="7200"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5500"/>
              <a:buFont typeface="Fira Sans Extra Condensed Medium"/>
              <a:buNone/>
              <a:defRPr sz="55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5500"/>
              <a:buFont typeface="Fira Sans Extra Condensed Medium"/>
              <a:buNone/>
              <a:defRPr sz="55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5500"/>
              <a:buFont typeface="Fira Sans Extra Condensed Medium"/>
              <a:buNone/>
              <a:defRPr sz="55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5500"/>
              <a:buFont typeface="Fira Sans Extra Condensed Medium"/>
              <a:buNone/>
              <a:defRPr sz="55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5500"/>
              <a:buFont typeface="Fira Sans Extra Condensed Medium"/>
              <a:buNone/>
              <a:defRPr sz="55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5500"/>
              <a:buFont typeface="Fira Sans Extra Condensed Medium"/>
              <a:buNone/>
              <a:defRPr sz="55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5500"/>
              <a:buFont typeface="Fira Sans Extra Condensed Medium"/>
              <a:buNone/>
              <a:defRPr sz="55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5500"/>
              <a:buFont typeface="Fira Sans Extra Condensed Medium"/>
              <a:buNone/>
              <a:defRPr sz="55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9pPr>
          </a:lstStyle>
          <a:p>
            <a:r>
              <a:t>xx%</a:t>
            </a:r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Header 4">
  <p:cSld name="CUSTOM_6_1_1_1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20"/>
          <p:cNvSpPr txBox="1"/>
          <p:nvPr>
            <p:ph type="ctrTitle"/>
          </p:nvPr>
        </p:nvSpPr>
        <p:spPr>
          <a:xfrm flipH="1">
            <a:off x="4847211" y="2553180"/>
            <a:ext cx="3690300" cy="453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r">
              <a:spcBef>
                <a:spcPts val="0"/>
              </a:spcBef>
              <a:spcAft>
                <a:spcPts val="0"/>
              </a:spcAft>
              <a:buSzPts val="2400"/>
              <a:buNone/>
              <a:defRPr sz="6000">
                <a:solidFill>
                  <a:schemeClr val="accent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10" name="Google Shape;110;p20"/>
          <p:cNvSpPr txBox="1"/>
          <p:nvPr>
            <p:ph idx="1" type="subTitle"/>
          </p:nvPr>
        </p:nvSpPr>
        <p:spPr>
          <a:xfrm flipH="1">
            <a:off x="5977611" y="2837721"/>
            <a:ext cx="2559900" cy="57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/>
        </p:txBody>
      </p:sp>
      <p:sp>
        <p:nvSpPr>
          <p:cNvPr id="111" name="Google Shape;111;p20"/>
          <p:cNvSpPr txBox="1"/>
          <p:nvPr>
            <p:ph hasCustomPrompt="1" idx="2" type="title"/>
          </p:nvPr>
        </p:nvSpPr>
        <p:spPr>
          <a:xfrm flipH="1">
            <a:off x="2133750" y="2079350"/>
            <a:ext cx="2000100" cy="577800"/>
          </a:xfrm>
          <a:prstGeom prst="rect">
            <a:avLst/>
          </a:prstGeom>
          <a:noFill/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5500"/>
              <a:buNone/>
              <a:defRPr sz="7200">
                <a:solidFill>
                  <a:schemeClr val="lt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5500"/>
              <a:buFont typeface="Fira Sans Extra Condensed Medium"/>
              <a:buNone/>
              <a:defRPr sz="55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5500"/>
              <a:buFont typeface="Fira Sans Extra Condensed Medium"/>
              <a:buNone/>
              <a:defRPr sz="55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5500"/>
              <a:buFont typeface="Fira Sans Extra Condensed Medium"/>
              <a:buNone/>
              <a:defRPr sz="55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5500"/>
              <a:buFont typeface="Fira Sans Extra Condensed Medium"/>
              <a:buNone/>
              <a:defRPr sz="55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5500"/>
              <a:buFont typeface="Fira Sans Extra Condensed Medium"/>
              <a:buNone/>
              <a:defRPr sz="55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5500"/>
              <a:buFont typeface="Fira Sans Extra Condensed Medium"/>
              <a:buNone/>
              <a:defRPr sz="55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5500"/>
              <a:buFont typeface="Fira Sans Extra Condensed Medium"/>
              <a:buNone/>
              <a:defRPr sz="55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5500"/>
              <a:buFont typeface="Fira Sans Extra Condensed Medium"/>
              <a:buNone/>
              <a:defRPr sz="55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9pPr>
          </a:lstStyle>
          <a:p>
            <a:r>
              <a:t>xx%</a:t>
            </a:r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Resources">
  <p:cSld name="CUSTOM_13">
    <p:bg>
      <p:bgPr>
        <a:solidFill>
          <a:schemeClr val="lt2"/>
        </a:solidFill>
      </p:bgPr>
    </p:bg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21"/>
          <p:cNvSpPr txBox="1"/>
          <p:nvPr>
            <p:ph idx="1" type="body"/>
          </p:nvPr>
        </p:nvSpPr>
        <p:spPr>
          <a:xfrm>
            <a:off x="2069575" y="1357150"/>
            <a:ext cx="51402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30200" lvl="0" marL="457200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Nunito Light"/>
              <a:buChar char="●"/>
              <a:defRPr sz="1400"/>
            </a:lvl1pPr>
            <a:lvl2pPr indent="-330200" lvl="1" marL="914400" rtl="0">
              <a:spcBef>
                <a:spcPts val="1600"/>
              </a:spcBef>
              <a:spcAft>
                <a:spcPts val="0"/>
              </a:spcAft>
              <a:buSzPts val="1600"/>
              <a:buFont typeface="Nunito Light"/>
              <a:buChar char="○"/>
              <a:defRPr/>
            </a:lvl2pPr>
            <a:lvl3pPr indent="-323850" lvl="2" marL="1371600" rtl="0">
              <a:spcBef>
                <a:spcPts val="1600"/>
              </a:spcBef>
              <a:spcAft>
                <a:spcPts val="0"/>
              </a:spcAft>
              <a:buSzPts val="1500"/>
              <a:buFont typeface="Nunito Light"/>
              <a:buChar char="■"/>
              <a:defRPr/>
            </a:lvl3pPr>
            <a:lvl4pPr indent="-323850" lvl="3" marL="1828800" rtl="0">
              <a:spcBef>
                <a:spcPts val="1600"/>
              </a:spcBef>
              <a:spcAft>
                <a:spcPts val="0"/>
              </a:spcAft>
              <a:buSzPts val="1500"/>
              <a:buFont typeface="Nunito Light"/>
              <a:buChar char="●"/>
              <a:defRPr/>
            </a:lvl4pPr>
            <a:lvl5pPr indent="-304800" lvl="4" marL="2286000" rtl="0">
              <a:spcBef>
                <a:spcPts val="1600"/>
              </a:spcBef>
              <a:spcAft>
                <a:spcPts val="0"/>
              </a:spcAft>
              <a:buSzPts val="1200"/>
              <a:buFont typeface="Nunito Light"/>
              <a:buChar char="○"/>
              <a:defRPr/>
            </a:lvl5pPr>
            <a:lvl6pPr indent="-304800" lvl="5" marL="2743200" rtl="0">
              <a:spcBef>
                <a:spcPts val="1600"/>
              </a:spcBef>
              <a:spcAft>
                <a:spcPts val="0"/>
              </a:spcAft>
              <a:buSzPts val="1200"/>
              <a:buFont typeface="Nunito Light"/>
              <a:buChar char="■"/>
              <a:defRPr/>
            </a:lvl6pPr>
            <a:lvl7pPr indent="-311150" lvl="6" marL="3200400" rtl="0">
              <a:spcBef>
                <a:spcPts val="1600"/>
              </a:spcBef>
              <a:spcAft>
                <a:spcPts val="0"/>
              </a:spcAft>
              <a:buSzPts val="1300"/>
              <a:buFont typeface="Nunito Light"/>
              <a:buChar char="●"/>
              <a:defRPr/>
            </a:lvl7pPr>
            <a:lvl8pPr indent="-311150" lvl="7" marL="3657600" rtl="0">
              <a:spcBef>
                <a:spcPts val="1600"/>
              </a:spcBef>
              <a:spcAft>
                <a:spcPts val="0"/>
              </a:spcAft>
              <a:buSzPts val="1300"/>
              <a:buFont typeface="Nunito Light"/>
              <a:buChar char="○"/>
              <a:defRPr/>
            </a:lvl8pPr>
            <a:lvl9pPr indent="-304800" lvl="8" marL="4114800" rtl="0">
              <a:spcBef>
                <a:spcPts val="1600"/>
              </a:spcBef>
              <a:spcAft>
                <a:spcPts val="1600"/>
              </a:spcAft>
              <a:buSzPts val="1200"/>
              <a:buFont typeface="Nunito Light"/>
              <a:buChar char="■"/>
              <a:defRPr/>
            </a:lvl9pPr>
          </a:lstStyle>
          <a:p/>
        </p:txBody>
      </p:sp>
      <p:sp>
        <p:nvSpPr>
          <p:cNvPr id="114" name="Google Shape;114;p21"/>
          <p:cNvSpPr txBox="1"/>
          <p:nvPr>
            <p:ph type="title"/>
          </p:nvPr>
        </p:nvSpPr>
        <p:spPr>
          <a:xfrm>
            <a:off x="2421000" y="283608"/>
            <a:ext cx="4302000" cy="630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None/>
              <a:defRPr sz="3600"/>
            </a:lvl1pPr>
            <a:lvl2pPr lvl="1" rtl="0" algn="ctr"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accent2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accent2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accent2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accent2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accent2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accent2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accent2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accent2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anks">
  <p:cSld name="SECTION_TITLE_AND_DESCRIPTION_1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22"/>
          <p:cNvSpPr txBox="1"/>
          <p:nvPr>
            <p:ph type="title"/>
          </p:nvPr>
        </p:nvSpPr>
        <p:spPr>
          <a:xfrm>
            <a:off x="625025" y="35533"/>
            <a:ext cx="4045200" cy="1482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4200"/>
              <a:buNone/>
              <a:defRPr sz="7200">
                <a:solidFill>
                  <a:schemeClr val="accent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117" name="Google Shape;117;p22"/>
          <p:cNvSpPr txBox="1"/>
          <p:nvPr>
            <p:ph idx="1" type="subTitle"/>
          </p:nvPr>
        </p:nvSpPr>
        <p:spPr>
          <a:xfrm>
            <a:off x="625025" y="1331190"/>
            <a:ext cx="3375300" cy="143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118" name="Google Shape;118;p22"/>
          <p:cNvSpPr txBox="1"/>
          <p:nvPr/>
        </p:nvSpPr>
        <p:spPr>
          <a:xfrm>
            <a:off x="621618" y="3589129"/>
            <a:ext cx="2418000" cy="931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30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1"/>
                </a:solidFill>
                <a:latin typeface="Hind Vadodara Light"/>
                <a:ea typeface="Hind Vadodara Light"/>
                <a:cs typeface="Hind Vadodara Light"/>
                <a:sym typeface="Hind Vadodara Light"/>
              </a:rPr>
              <a:t>CREDITS: This presentation template was created by </a:t>
            </a:r>
            <a:r>
              <a:rPr lang="en" sz="1000">
                <a:solidFill>
                  <a:schemeClr val="dk1"/>
                </a:solidFill>
                <a:uFill>
                  <a:noFill/>
                </a:uFill>
                <a:latin typeface="Hind Vadodara Medium"/>
                <a:ea typeface="Hind Vadodara Medium"/>
                <a:cs typeface="Hind Vadodara Medium"/>
                <a:sym typeface="Hind Vadodara Medium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Slidesgo</a:t>
            </a:r>
            <a:r>
              <a:rPr lang="en" sz="1000">
                <a:solidFill>
                  <a:schemeClr val="dk1"/>
                </a:solidFill>
                <a:latin typeface="Hind Vadodara Light"/>
                <a:ea typeface="Hind Vadodara Light"/>
                <a:cs typeface="Hind Vadodara Light"/>
                <a:sym typeface="Hind Vadodara Light"/>
              </a:rPr>
              <a:t>, including icons by </a:t>
            </a:r>
            <a:r>
              <a:rPr lang="en" sz="1000">
                <a:solidFill>
                  <a:schemeClr val="dk1"/>
                </a:solidFill>
                <a:uFill>
                  <a:noFill/>
                </a:uFill>
                <a:latin typeface="Hind Vadodara Medium"/>
                <a:ea typeface="Hind Vadodara Medium"/>
                <a:cs typeface="Hind Vadodara Medium"/>
                <a:sym typeface="Hind Vadodara Medium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Flaticon</a:t>
            </a:r>
            <a:r>
              <a:rPr lang="en" sz="1000">
                <a:solidFill>
                  <a:schemeClr val="dk1"/>
                </a:solidFill>
                <a:latin typeface="Hind Vadodara Light"/>
                <a:ea typeface="Hind Vadodara Light"/>
                <a:cs typeface="Hind Vadodara Light"/>
                <a:sym typeface="Hind Vadodara Light"/>
              </a:rPr>
              <a:t>, and infographics &amp; images by </a:t>
            </a:r>
            <a:r>
              <a:rPr lang="en" sz="1000">
                <a:solidFill>
                  <a:schemeClr val="dk1"/>
                </a:solidFill>
                <a:uFill>
                  <a:noFill/>
                </a:uFill>
                <a:latin typeface="Hind Vadodara Medium"/>
                <a:ea typeface="Hind Vadodara Medium"/>
                <a:cs typeface="Hind Vadodara Medium"/>
                <a:sym typeface="Hind Vadodara Medium"/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Freepik</a:t>
            </a:r>
            <a:endParaRPr>
              <a:solidFill>
                <a:schemeClr val="dk1"/>
              </a:solidFill>
              <a:latin typeface="Hind Vadodara Medium"/>
              <a:ea typeface="Hind Vadodara Medium"/>
              <a:cs typeface="Hind Vadodara Medium"/>
              <a:sym typeface="Hind Vadodara Mediu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Hind Vadodara Light"/>
              <a:ea typeface="Hind Vadodara Light"/>
              <a:cs typeface="Hind Vadodara Light"/>
              <a:sym typeface="Hind Vadodara Light"/>
            </a:endParaRPr>
          </a:p>
          <a:p>
            <a:pPr indent="0" lvl="0" marL="0" rtl="0" algn="l">
              <a:lnSpc>
                <a:spcPct val="115000"/>
              </a:lnSpc>
              <a:spcBef>
                <a:spcPts val="30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dk1"/>
              </a:solidFill>
              <a:latin typeface="Hind Vadodara Light"/>
              <a:ea typeface="Hind Vadodara Light"/>
              <a:cs typeface="Hind Vadodara Light"/>
              <a:sym typeface="Hind Vadodara Light"/>
            </a:endParaRPr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ackground">
  <p:cSld name="CUSTOM_11">
    <p:bg>
      <p:bgPr>
        <a:solidFill>
          <a:schemeClr val="lt2"/>
        </a:solidFill>
      </p:bgPr>
    </p:bg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bg>
      <p:bgPr>
        <a:noFill/>
      </p:bgPr>
    </p:bg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20" Type="http://schemas.openxmlformats.org/officeDocument/2006/relationships/slideLayout" Target="../slideLayouts/slideLayout20.xml"/><Relationship Id="rId11" Type="http://schemas.openxmlformats.org/officeDocument/2006/relationships/slideLayout" Target="../slideLayouts/slideLayout11.xml"/><Relationship Id="rId22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10.xml"/><Relationship Id="rId21" Type="http://schemas.openxmlformats.org/officeDocument/2006/relationships/slideLayout" Target="../slideLayouts/slideLayout21.xml"/><Relationship Id="rId13" Type="http://schemas.openxmlformats.org/officeDocument/2006/relationships/slideLayout" Target="../slideLayouts/slideLayout13.xml"/><Relationship Id="rId24" Type="http://schemas.openxmlformats.org/officeDocument/2006/relationships/theme" Target="../theme/theme1.xml"/><Relationship Id="rId12" Type="http://schemas.openxmlformats.org/officeDocument/2006/relationships/slideLayout" Target="../slideLayouts/slideLayout12.xml"/><Relationship Id="rId23" Type="http://schemas.openxmlformats.org/officeDocument/2006/relationships/slideLayout" Target="../slideLayouts/slideLayout23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5" Type="http://schemas.openxmlformats.org/officeDocument/2006/relationships/slideLayout" Target="../slideLayouts/slideLayout15.xml"/><Relationship Id="rId14" Type="http://schemas.openxmlformats.org/officeDocument/2006/relationships/slideLayout" Target="../slideLayouts/slideLayout14.xml"/><Relationship Id="rId17" Type="http://schemas.openxmlformats.org/officeDocument/2006/relationships/slideLayout" Target="../slideLayouts/slideLayout17.xml"/><Relationship Id="rId16" Type="http://schemas.openxmlformats.org/officeDocument/2006/relationships/slideLayout" Target="../slideLayouts/slideLayout16.xml"/><Relationship Id="rId5" Type="http://schemas.openxmlformats.org/officeDocument/2006/relationships/slideLayout" Target="../slideLayouts/slideLayout5.xml"/><Relationship Id="rId19" Type="http://schemas.openxmlformats.org/officeDocument/2006/relationships/slideLayout" Target="../slideLayouts/slideLayout19.xml"/><Relationship Id="rId6" Type="http://schemas.openxmlformats.org/officeDocument/2006/relationships/slideLayout" Target="../slideLayouts/slideLayout6.xml"/><Relationship Id="rId18" Type="http://schemas.openxmlformats.org/officeDocument/2006/relationships/slideLayout" Target="../slideLayouts/slideLayout18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noFill/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eko Light"/>
              <a:buNone/>
              <a:defRPr sz="2400">
                <a:solidFill>
                  <a:schemeClr val="dk1"/>
                </a:solidFill>
                <a:latin typeface="Teko Light"/>
                <a:ea typeface="Teko Light"/>
                <a:cs typeface="Teko Light"/>
                <a:sym typeface="Teko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eko Light"/>
              <a:buNone/>
              <a:defRPr sz="2400">
                <a:solidFill>
                  <a:schemeClr val="dk1"/>
                </a:solidFill>
                <a:latin typeface="Teko Light"/>
                <a:ea typeface="Teko Light"/>
                <a:cs typeface="Teko Light"/>
                <a:sym typeface="Teko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eko Light"/>
              <a:buNone/>
              <a:defRPr sz="2400">
                <a:solidFill>
                  <a:schemeClr val="dk1"/>
                </a:solidFill>
                <a:latin typeface="Teko Light"/>
                <a:ea typeface="Teko Light"/>
                <a:cs typeface="Teko Light"/>
                <a:sym typeface="Teko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eko Light"/>
              <a:buNone/>
              <a:defRPr sz="2400">
                <a:solidFill>
                  <a:schemeClr val="dk1"/>
                </a:solidFill>
                <a:latin typeface="Teko Light"/>
                <a:ea typeface="Teko Light"/>
                <a:cs typeface="Teko Light"/>
                <a:sym typeface="Teko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eko Light"/>
              <a:buNone/>
              <a:defRPr sz="2400">
                <a:solidFill>
                  <a:schemeClr val="dk1"/>
                </a:solidFill>
                <a:latin typeface="Teko Light"/>
                <a:ea typeface="Teko Light"/>
                <a:cs typeface="Teko Light"/>
                <a:sym typeface="Teko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eko Light"/>
              <a:buNone/>
              <a:defRPr sz="2400">
                <a:solidFill>
                  <a:schemeClr val="dk1"/>
                </a:solidFill>
                <a:latin typeface="Teko Light"/>
                <a:ea typeface="Teko Light"/>
                <a:cs typeface="Teko Light"/>
                <a:sym typeface="Teko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eko Light"/>
              <a:buNone/>
              <a:defRPr sz="2400">
                <a:solidFill>
                  <a:schemeClr val="dk1"/>
                </a:solidFill>
                <a:latin typeface="Teko Light"/>
                <a:ea typeface="Teko Light"/>
                <a:cs typeface="Teko Light"/>
                <a:sym typeface="Teko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eko Light"/>
              <a:buNone/>
              <a:defRPr sz="2400">
                <a:solidFill>
                  <a:schemeClr val="dk1"/>
                </a:solidFill>
                <a:latin typeface="Teko Light"/>
                <a:ea typeface="Teko Light"/>
                <a:cs typeface="Teko Light"/>
                <a:sym typeface="Teko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eko Light"/>
              <a:buNone/>
              <a:defRPr sz="2400">
                <a:solidFill>
                  <a:schemeClr val="dk1"/>
                </a:solidFill>
                <a:latin typeface="Teko Light"/>
                <a:ea typeface="Teko Light"/>
                <a:cs typeface="Teko Light"/>
                <a:sym typeface="Teko Light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Hind Vadodara Light"/>
              <a:buChar char="●"/>
              <a:defRPr sz="1800">
                <a:solidFill>
                  <a:schemeClr val="dk1"/>
                </a:solidFill>
                <a:latin typeface="Hind Vadodara Light"/>
                <a:ea typeface="Hind Vadodara Light"/>
                <a:cs typeface="Hind Vadodara Light"/>
                <a:sym typeface="Hind Vadodara Light"/>
              </a:defRPr>
            </a:lvl1pPr>
            <a:lvl2pPr indent="-317500" lvl="1" marL="914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Hind Vadodara Light"/>
              <a:buChar char="○"/>
              <a:defRPr>
                <a:solidFill>
                  <a:schemeClr val="dk1"/>
                </a:solidFill>
                <a:latin typeface="Hind Vadodara Light"/>
                <a:ea typeface="Hind Vadodara Light"/>
                <a:cs typeface="Hind Vadodara Light"/>
                <a:sym typeface="Hind Vadodara Light"/>
              </a:defRPr>
            </a:lvl2pPr>
            <a:lvl3pPr indent="-304800" lvl="2" marL="1371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Hind Vadodara Light"/>
              <a:buChar char="■"/>
              <a:defRPr sz="1200">
                <a:solidFill>
                  <a:schemeClr val="dk1"/>
                </a:solidFill>
                <a:latin typeface="Hind Vadodara Light"/>
                <a:ea typeface="Hind Vadodara Light"/>
                <a:cs typeface="Hind Vadodara Light"/>
                <a:sym typeface="Hind Vadodara Light"/>
              </a:defRPr>
            </a:lvl3pPr>
            <a:lvl4pPr indent="-304800" lvl="3" marL="18288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Hind Vadodara Light"/>
              <a:buChar char="●"/>
              <a:defRPr sz="1200">
                <a:solidFill>
                  <a:schemeClr val="dk1"/>
                </a:solidFill>
                <a:latin typeface="Hind Vadodara Light"/>
                <a:ea typeface="Hind Vadodara Light"/>
                <a:cs typeface="Hind Vadodara Light"/>
                <a:sym typeface="Hind Vadodara Light"/>
              </a:defRPr>
            </a:lvl4pPr>
            <a:lvl5pPr indent="-304800" lvl="4" marL="22860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Hind Vadodara Light"/>
              <a:buChar char="○"/>
              <a:defRPr sz="1200">
                <a:solidFill>
                  <a:schemeClr val="dk1"/>
                </a:solidFill>
                <a:latin typeface="Hind Vadodara Light"/>
                <a:ea typeface="Hind Vadodara Light"/>
                <a:cs typeface="Hind Vadodara Light"/>
                <a:sym typeface="Hind Vadodara Light"/>
              </a:defRPr>
            </a:lvl5pPr>
            <a:lvl6pPr indent="-304800" lvl="5" marL="27432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Hind Vadodara Light"/>
              <a:buChar char="■"/>
              <a:defRPr sz="1200">
                <a:solidFill>
                  <a:schemeClr val="dk1"/>
                </a:solidFill>
                <a:latin typeface="Hind Vadodara Light"/>
                <a:ea typeface="Hind Vadodara Light"/>
                <a:cs typeface="Hind Vadodara Light"/>
                <a:sym typeface="Hind Vadodara Light"/>
              </a:defRPr>
            </a:lvl6pPr>
            <a:lvl7pPr indent="-304800" lvl="6" marL="3200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Hind Vadodara Light"/>
              <a:buChar char="●"/>
              <a:defRPr sz="1200">
                <a:solidFill>
                  <a:schemeClr val="dk1"/>
                </a:solidFill>
                <a:latin typeface="Hind Vadodara Light"/>
                <a:ea typeface="Hind Vadodara Light"/>
                <a:cs typeface="Hind Vadodara Light"/>
                <a:sym typeface="Hind Vadodara Light"/>
              </a:defRPr>
            </a:lvl7pPr>
            <a:lvl8pPr indent="-304800" lvl="7" marL="3657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Hind Vadodara Light"/>
              <a:buChar char="○"/>
              <a:defRPr sz="1200">
                <a:solidFill>
                  <a:schemeClr val="dk1"/>
                </a:solidFill>
                <a:latin typeface="Hind Vadodara Light"/>
                <a:ea typeface="Hind Vadodara Light"/>
                <a:cs typeface="Hind Vadodara Light"/>
                <a:sym typeface="Hind Vadodara Light"/>
              </a:defRPr>
            </a:lvl8pPr>
            <a:lvl9pPr indent="-304800" lvl="8" marL="411480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200"/>
              <a:buFont typeface="Hind Vadodara Light"/>
              <a:buChar char="■"/>
              <a:defRPr sz="1200">
                <a:solidFill>
                  <a:schemeClr val="dk1"/>
                </a:solidFill>
                <a:latin typeface="Hind Vadodara Light"/>
                <a:ea typeface="Hind Vadodara Light"/>
                <a:cs typeface="Hind Vadodara Light"/>
                <a:sym typeface="Hind Vadodara Light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Relationship Id="rId4" Type="http://schemas.openxmlformats.org/officeDocument/2006/relationships/image" Target="../media/image4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png"/><Relationship Id="rId4" Type="http://schemas.openxmlformats.org/officeDocument/2006/relationships/image" Target="../media/image3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png"/><Relationship Id="rId4" Type="http://schemas.openxmlformats.org/officeDocument/2006/relationships/image" Target="../media/image10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.png"/><Relationship Id="rId4" Type="http://schemas.openxmlformats.org/officeDocument/2006/relationships/image" Target="../media/image8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.png"/><Relationship Id="rId4" Type="http://schemas.openxmlformats.org/officeDocument/2006/relationships/image" Target="../media/image21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25"/>
          <p:cNvSpPr txBox="1"/>
          <p:nvPr>
            <p:ph type="ctrTitle"/>
          </p:nvPr>
        </p:nvSpPr>
        <p:spPr>
          <a:xfrm>
            <a:off x="2481725" y="1331450"/>
            <a:ext cx="4180500" cy="1745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Tausworthe</a:t>
            </a:r>
            <a:endParaRPr/>
          </a:p>
        </p:txBody>
      </p:sp>
      <p:sp>
        <p:nvSpPr>
          <p:cNvPr id="126" name="Google Shape;126;p25"/>
          <p:cNvSpPr txBox="1"/>
          <p:nvPr>
            <p:ph idx="1" type="subTitle"/>
          </p:nvPr>
        </p:nvSpPr>
        <p:spPr>
          <a:xfrm>
            <a:off x="3335000" y="3257551"/>
            <a:ext cx="2473800" cy="477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/>
              <a:t>Simulación</a:t>
            </a:r>
            <a:endParaRPr sz="17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/>
              <a:t>Jorge Yela </a:t>
            </a:r>
            <a:endParaRPr sz="17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26"/>
          <p:cNvSpPr txBox="1"/>
          <p:nvPr>
            <p:ph idx="8" type="title"/>
          </p:nvPr>
        </p:nvSpPr>
        <p:spPr>
          <a:xfrm>
            <a:off x="2421000" y="283608"/>
            <a:ext cx="4302000" cy="630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Generador Tausworthe</a:t>
            </a:r>
            <a:endParaRPr/>
          </a:p>
        </p:txBody>
      </p:sp>
      <p:sp>
        <p:nvSpPr>
          <p:cNvPr id="132" name="Google Shape;132;p26"/>
          <p:cNvSpPr/>
          <p:nvPr/>
        </p:nvSpPr>
        <p:spPr>
          <a:xfrm rot="10800000">
            <a:off x="4673471" y="1577944"/>
            <a:ext cx="2952600" cy="1313100"/>
          </a:xfrm>
          <a:prstGeom prst="roundRect">
            <a:avLst>
              <a:gd fmla="val 9231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3" name="Google Shape;133;p26"/>
          <p:cNvSpPr/>
          <p:nvPr/>
        </p:nvSpPr>
        <p:spPr>
          <a:xfrm rot="10800000">
            <a:off x="7235335" y="1770471"/>
            <a:ext cx="942600" cy="942600"/>
          </a:xfrm>
          <a:prstGeom prst="ellipse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4" name="Google Shape;134;p26"/>
          <p:cNvSpPr/>
          <p:nvPr/>
        </p:nvSpPr>
        <p:spPr>
          <a:xfrm>
            <a:off x="3281662" y="3083425"/>
            <a:ext cx="3078900" cy="1313100"/>
          </a:xfrm>
          <a:prstGeom prst="roundRect">
            <a:avLst>
              <a:gd fmla="val 9231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5" name="Google Shape;135;p26"/>
          <p:cNvSpPr/>
          <p:nvPr/>
        </p:nvSpPr>
        <p:spPr>
          <a:xfrm>
            <a:off x="1517929" y="1577944"/>
            <a:ext cx="2952600" cy="1313100"/>
          </a:xfrm>
          <a:prstGeom prst="roundRect">
            <a:avLst>
              <a:gd fmla="val 9231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6" name="Google Shape;136;p26"/>
          <p:cNvSpPr/>
          <p:nvPr/>
        </p:nvSpPr>
        <p:spPr>
          <a:xfrm>
            <a:off x="966065" y="1774804"/>
            <a:ext cx="942600" cy="942600"/>
          </a:xfrm>
          <a:prstGeom prst="ellipse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7" name="Google Shape;137;p26"/>
          <p:cNvSpPr txBox="1"/>
          <p:nvPr>
            <p:ph idx="5" type="subTitle"/>
          </p:nvPr>
        </p:nvSpPr>
        <p:spPr>
          <a:xfrm flipH="1">
            <a:off x="2067663" y="1713750"/>
            <a:ext cx="2318400" cy="94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/>
              <a:t>Tausworthe genera números pseudoaleatorios</a:t>
            </a:r>
            <a:endParaRPr/>
          </a:p>
        </p:txBody>
      </p:sp>
      <p:sp>
        <p:nvSpPr>
          <p:cNvPr id="138" name="Google Shape;138;p26"/>
          <p:cNvSpPr/>
          <p:nvPr/>
        </p:nvSpPr>
        <p:spPr>
          <a:xfrm>
            <a:off x="1041704" y="1835850"/>
            <a:ext cx="820500" cy="820500"/>
          </a:xfrm>
          <a:prstGeom prst="ellipse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9" name="Google Shape;139;p26"/>
          <p:cNvSpPr/>
          <p:nvPr/>
        </p:nvSpPr>
        <p:spPr>
          <a:xfrm>
            <a:off x="2729802" y="3261404"/>
            <a:ext cx="942600" cy="942600"/>
          </a:xfrm>
          <a:prstGeom prst="ellipse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0" name="Google Shape;140;p26"/>
          <p:cNvSpPr/>
          <p:nvPr/>
        </p:nvSpPr>
        <p:spPr>
          <a:xfrm>
            <a:off x="2843478" y="3389225"/>
            <a:ext cx="700500" cy="7005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1" name="Google Shape;141;p26"/>
          <p:cNvSpPr/>
          <p:nvPr/>
        </p:nvSpPr>
        <p:spPr>
          <a:xfrm>
            <a:off x="1079741" y="1895850"/>
            <a:ext cx="700500" cy="7005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2" name="Google Shape;142;p26"/>
          <p:cNvSpPr/>
          <p:nvPr/>
        </p:nvSpPr>
        <p:spPr>
          <a:xfrm>
            <a:off x="7351316" y="1895850"/>
            <a:ext cx="700500" cy="700500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43" name="Google Shape;143;p26"/>
          <p:cNvGrpSpPr/>
          <p:nvPr/>
        </p:nvGrpSpPr>
        <p:grpSpPr>
          <a:xfrm>
            <a:off x="1244606" y="2062721"/>
            <a:ext cx="358099" cy="358099"/>
            <a:chOff x="-57568775" y="3198925"/>
            <a:chExt cx="318225" cy="318225"/>
          </a:xfrm>
        </p:grpSpPr>
        <p:sp>
          <p:nvSpPr>
            <p:cNvPr id="144" name="Google Shape;144;p26"/>
            <p:cNvSpPr/>
            <p:nvPr/>
          </p:nvSpPr>
          <p:spPr>
            <a:xfrm>
              <a:off x="-57530950" y="3373775"/>
              <a:ext cx="18125" cy="64600"/>
            </a:xfrm>
            <a:custGeom>
              <a:rect b="b" l="l" r="r" t="t"/>
              <a:pathLst>
                <a:path extrusionOk="0" h="2584" w="725">
                  <a:moveTo>
                    <a:pt x="725" y="0"/>
                  </a:moveTo>
                  <a:cubicBezTo>
                    <a:pt x="315" y="284"/>
                    <a:pt x="0" y="725"/>
                    <a:pt x="0" y="1261"/>
                  </a:cubicBezTo>
                  <a:lnTo>
                    <a:pt x="0" y="1324"/>
                  </a:lnTo>
                  <a:cubicBezTo>
                    <a:pt x="0" y="1859"/>
                    <a:pt x="315" y="2332"/>
                    <a:pt x="725" y="2584"/>
                  </a:cubicBezTo>
                  <a:lnTo>
                    <a:pt x="725" y="1576"/>
                  </a:lnTo>
                  <a:lnTo>
                    <a:pt x="725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5" name="Google Shape;145;p26"/>
            <p:cNvSpPr/>
            <p:nvPr/>
          </p:nvSpPr>
          <p:spPr>
            <a:xfrm>
              <a:off x="-57568775" y="3406850"/>
              <a:ext cx="99275" cy="110300"/>
            </a:xfrm>
            <a:custGeom>
              <a:rect b="b" l="l" r="r" t="t"/>
              <a:pathLst>
                <a:path extrusionOk="0" h="4412" w="3971">
                  <a:moveTo>
                    <a:pt x="757" y="1"/>
                  </a:moveTo>
                  <a:cubicBezTo>
                    <a:pt x="285" y="473"/>
                    <a:pt x="1" y="1103"/>
                    <a:pt x="1" y="1796"/>
                  </a:cubicBezTo>
                  <a:cubicBezTo>
                    <a:pt x="1" y="3246"/>
                    <a:pt x="1198" y="4411"/>
                    <a:pt x="2616" y="4411"/>
                  </a:cubicBezTo>
                  <a:cubicBezTo>
                    <a:pt x="3120" y="4411"/>
                    <a:pt x="3561" y="4254"/>
                    <a:pt x="3971" y="4002"/>
                  </a:cubicBezTo>
                  <a:cubicBezTo>
                    <a:pt x="3435" y="3561"/>
                    <a:pt x="2994" y="2962"/>
                    <a:pt x="2710" y="2363"/>
                  </a:cubicBezTo>
                  <a:lnTo>
                    <a:pt x="1891" y="1891"/>
                  </a:lnTo>
                  <a:cubicBezTo>
                    <a:pt x="1230" y="1481"/>
                    <a:pt x="789" y="788"/>
                    <a:pt x="757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6" name="Google Shape;146;p26"/>
            <p:cNvSpPr/>
            <p:nvPr/>
          </p:nvSpPr>
          <p:spPr>
            <a:xfrm>
              <a:off x="-57494725" y="3254850"/>
              <a:ext cx="207175" cy="262300"/>
            </a:xfrm>
            <a:custGeom>
              <a:rect b="b" l="l" r="r" t="t"/>
              <a:pathLst>
                <a:path extrusionOk="0" h="10492" w="8287">
                  <a:moveTo>
                    <a:pt x="2647" y="5293"/>
                  </a:moveTo>
                  <a:cubicBezTo>
                    <a:pt x="2836" y="5293"/>
                    <a:pt x="2993" y="5451"/>
                    <a:pt x="2993" y="5640"/>
                  </a:cubicBezTo>
                  <a:cubicBezTo>
                    <a:pt x="2993" y="5829"/>
                    <a:pt x="2836" y="5986"/>
                    <a:pt x="2647" y="5986"/>
                  </a:cubicBezTo>
                  <a:cubicBezTo>
                    <a:pt x="2628" y="5989"/>
                    <a:pt x="2609" y="5990"/>
                    <a:pt x="2592" y="5990"/>
                  </a:cubicBezTo>
                  <a:cubicBezTo>
                    <a:pt x="2400" y="5990"/>
                    <a:pt x="2269" y="5841"/>
                    <a:pt x="2269" y="5640"/>
                  </a:cubicBezTo>
                  <a:cubicBezTo>
                    <a:pt x="2269" y="5451"/>
                    <a:pt x="2426" y="5293"/>
                    <a:pt x="2647" y="5293"/>
                  </a:cubicBezTo>
                  <a:close/>
                  <a:moveTo>
                    <a:pt x="5640" y="5324"/>
                  </a:moveTo>
                  <a:cubicBezTo>
                    <a:pt x="5829" y="5324"/>
                    <a:pt x="5986" y="5482"/>
                    <a:pt x="5986" y="5671"/>
                  </a:cubicBezTo>
                  <a:cubicBezTo>
                    <a:pt x="6018" y="5860"/>
                    <a:pt x="5860" y="6018"/>
                    <a:pt x="5640" y="6018"/>
                  </a:cubicBezTo>
                  <a:cubicBezTo>
                    <a:pt x="5419" y="6018"/>
                    <a:pt x="5262" y="5860"/>
                    <a:pt x="5262" y="5671"/>
                  </a:cubicBezTo>
                  <a:cubicBezTo>
                    <a:pt x="5262" y="5482"/>
                    <a:pt x="5419" y="5324"/>
                    <a:pt x="5640" y="5324"/>
                  </a:cubicBezTo>
                  <a:close/>
                  <a:moveTo>
                    <a:pt x="5191" y="7845"/>
                  </a:moveTo>
                  <a:cubicBezTo>
                    <a:pt x="5285" y="7845"/>
                    <a:pt x="5372" y="7876"/>
                    <a:pt x="5419" y="7939"/>
                  </a:cubicBezTo>
                  <a:cubicBezTo>
                    <a:pt x="5640" y="8065"/>
                    <a:pt x="5640" y="8317"/>
                    <a:pt x="5482" y="8475"/>
                  </a:cubicBezTo>
                  <a:cubicBezTo>
                    <a:pt x="5104" y="8822"/>
                    <a:pt x="4632" y="9011"/>
                    <a:pt x="4128" y="9011"/>
                  </a:cubicBezTo>
                  <a:cubicBezTo>
                    <a:pt x="3624" y="9011"/>
                    <a:pt x="3151" y="8822"/>
                    <a:pt x="2836" y="8475"/>
                  </a:cubicBezTo>
                  <a:cubicBezTo>
                    <a:pt x="2678" y="8317"/>
                    <a:pt x="2678" y="8065"/>
                    <a:pt x="2836" y="7939"/>
                  </a:cubicBezTo>
                  <a:cubicBezTo>
                    <a:pt x="2915" y="7876"/>
                    <a:pt x="3009" y="7845"/>
                    <a:pt x="3100" y="7845"/>
                  </a:cubicBezTo>
                  <a:cubicBezTo>
                    <a:pt x="3190" y="7845"/>
                    <a:pt x="3277" y="7876"/>
                    <a:pt x="3340" y="7939"/>
                  </a:cubicBezTo>
                  <a:cubicBezTo>
                    <a:pt x="3561" y="8160"/>
                    <a:pt x="3844" y="8270"/>
                    <a:pt x="4128" y="8270"/>
                  </a:cubicBezTo>
                  <a:cubicBezTo>
                    <a:pt x="4411" y="8270"/>
                    <a:pt x="4695" y="8160"/>
                    <a:pt x="4915" y="7939"/>
                  </a:cubicBezTo>
                  <a:cubicBezTo>
                    <a:pt x="4994" y="7876"/>
                    <a:pt x="5096" y="7845"/>
                    <a:pt x="5191" y="7845"/>
                  </a:cubicBezTo>
                  <a:close/>
                  <a:moveTo>
                    <a:pt x="1796" y="0"/>
                  </a:moveTo>
                  <a:cubicBezTo>
                    <a:pt x="1670" y="126"/>
                    <a:pt x="1135" y="504"/>
                    <a:pt x="1072" y="630"/>
                  </a:cubicBezTo>
                  <a:cubicBezTo>
                    <a:pt x="442" y="1260"/>
                    <a:pt x="0" y="2363"/>
                    <a:pt x="0" y="3403"/>
                  </a:cubicBezTo>
                  <a:lnTo>
                    <a:pt x="0" y="6396"/>
                  </a:lnTo>
                  <a:cubicBezTo>
                    <a:pt x="0" y="8632"/>
                    <a:pt x="1859" y="10491"/>
                    <a:pt x="4128" y="10491"/>
                  </a:cubicBezTo>
                  <a:cubicBezTo>
                    <a:pt x="6427" y="10491"/>
                    <a:pt x="8286" y="8632"/>
                    <a:pt x="8286" y="6396"/>
                  </a:cubicBezTo>
                  <a:lnTo>
                    <a:pt x="8286" y="4505"/>
                  </a:lnTo>
                  <a:cubicBezTo>
                    <a:pt x="8157" y="4513"/>
                    <a:pt x="8028" y="4517"/>
                    <a:pt x="7899" y="4517"/>
                  </a:cubicBezTo>
                  <a:cubicBezTo>
                    <a:pt x="6396" y="4517"/>
                    <a:pt x="4939" y="4009"/>
                    <a:pt x="3750" y="2993"/>
                  </a:cubicBezTo>
                  <a:cubicBezTo>
                    <a:pt x="2804" y="2206"/>
                    <a:pt x="2174" y="1103"/>
                    <a:pt x="1796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7" name="Google Shape;147;p26"/>
            <p:cNvSpPr/>
            <p:nvPr/>
          </p:nvSpPr>
          <p:spPr>
            <a:xfrm>
              <a:off x="-57269475" y="3372975"/>
              <a:ext cx="18925" cy="63825"/>
            </a:xfrm>
            <a:custGeom>
              <a:rect b="b" l="l" r="r" t="t"/>
              <a:pathLst>
                <a:path extrusionOk="0" h="2553" w="757">
                  <a:moveTo>
                    <a:pt x="1" y="1"/>
                  </a:moveTo>
                  <a:lnTo>
                    <a:pt x="1" y="2553"/>
                  </a:lnTo>
                  <a:cubicBezTo>
                    <a:pt x="442" y="2301"/>
                    <a:pt x="757" y="1828"/>
                    <a:pt x="757" y="1261"/>
                  </a:cubicBezTo>
                  <a:cubicBezTo>
                    <a:pt x="757" y="757"/>
                    <a:pt x="473" y="284"/>
                    <a:pt x="1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8" name="Google Shape;148;p26"/>
            <p:cNvSpPr/>
            <p:nvPr/>
          </p:nvSpPr>
          <p:spPr>
            <a:xfrm>
              <a:off x="-57436450" y="3198925"/>
              <a:ext cx="185900" cy="154400"/>
            </a:xfrm>
            <a:custGeom>
              <a:rect b="b" l="l" r="r" t="t"/>
              <a:pathLst>
                <a:path extrusionOk="0" h="6176" w="7436">
                  <a:moveTo>
                    <a:pt x="1828" y="0"/>
                  </a:moveTo>
                  <a:cubicBezTo>
                    <a:pt x="1198" y="0"/>
                    <a:pt x="568" y="126"/>
                    <a:pt x="1" y="315"/>
                  </a:cubicBezTo>
                  <a:cubicBezTo>
                    <a:pt x="1" y="977"/>
                    <a:pt x="127" y="1639"/>
                    <a:pt x="316" y="2237"/>
                  </a:cubicBezTo>
                  <a:cubicBezTo>
                    <a:pt x="631" y="3151"/>
                    <a:pt x="1167" y="3970"/>
                    <a:pt x="1923" y="4600"/>
                  </a:cubicBezTo>
                  <a:cubicBezTo>
                    <a:pt x="2710" y="5262"/>
                    <a:pt x="3655" y="5734"/>
                    <a:pt x="4632" y="5892"/>
                  </a:cubicBezTo>
                  <a:cubicBezTo>
                    <a:pt x="5073" y="5976"/>
                    <a:pt x="5262" y="5976"/>
                    <a:pt x="5507" y="5976"/>
                  </a:cubicBezTo>
                  <a:lnTo>
                    <a:pt x="5507" y="5976"/>
                  </a:lnTo>
                  <a:cubicBezTo>
                    <a:pt x="5630" y="5976"/>
                    <a:pt x="5766" y="5976"/>
                    <a:pt x="5955" y="5986"/>
                  </a:cubicBezTo>
                  <a:lnTo>
                    <a:pt x="6680" y="5986"/>
                  </a:lnTo>
                  <a:cubicBezTo>
                    <a:pt x="6963" y="5986"/>
                    <a:pt x="7215" y="6049"/>
                    <a:pt x="7436" y="6175"/>
                  </a:cubicBezTo>
                  <a:lnTo>
                    <a:pt x="7436" y="5671"/>
                  </a:lnTo>
                  <a:lnTo>
                    <a:pt x="7436" y="5640"/>
                  </a:lnTo>
                  <a:cubicBezTo>
                    <a:pt x="7436" y="2552"/>
                    <a:pt x="4916" y="0"/>
                    <a:pt x="1828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9" name="Google Shape;149;p26"/>
            <p:cNvSpPr/>
            <p:nvPr/>
          </p:nvSpPr>
          <p:spPr>
            <a:xfrm>
              <a:off x="-57532525" y="3215450"/>
              <a:ext cx="77975" cy="148900"/>
            </a:xfrm>
            <a:custGeom>
              <a:rect b="b" l="l" r="r" t="t"/>
              <a:pathLst>
                <a:path extrusionOk="0" h="5956" w="3119">
                  <a:moveTo>
                    <a:pt x="3056" y="1"/>
                  </a:moveTo>
                  <a:cubicBezTo>
                    <a:pt x="1260" y="946"/>
                    <a:pt x="0" y="2836"/>
                    <a:pt x="0" y="5010"/>
                  </a:cubicBezTo>
                  <a:lnTo>
                    <a:pt x="0" y="5199"/>
                  </a:lnTo>
                  <a:lnTo>
                    <a:pt x="0" y="5955"/>
                  </a:lnTo>
                  <a:lnTo>
                    <a:pt x="63" y="5955"/>
                  </a:lnTo>
                  <a:cubicBezTo>
                    <a:pt x="158" y="5829"/>
                    <a:pt x="284" y="5766"/>
                    <a:pt x="410" y="5672"/>
                  </a:cubicBezTo>
                  <a:lnTo>
                    <a:pt x="788" y="5451"/>
                  </a:lnTo>
                  <a:lnTo>
                    <a:pt x="788" y="4601"/>
                  </a:lnTo>
                  <a:cubicBezTo>
                    <a:pt x="914" y="3088"/>
                    <a:pt x="1828" y="1576"/>
                    <a:pt x="3119" y="789"/>
                  </a:cubicBezTo>
                  <a:cubicBezTo>
                    <a:pt x="3088" y="505"/>
                    <a:pt x="3056" y="253"/>
                    <a:pt x="3056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50" name="Google Shape;150;p26"/>
          <p:cNvGrpSpPr/>
          <p:nvPr/>
        </p:nvGrpSpPr>
        <p:grpSpPr>
          <a:xfrm>
            <a:off x="7549312" y="2054996"/>
            <a:ext cx="314662" cy="358999"/>
            <a:chOff x="-55576850" y="3198125"/>
            <a:chExt cx="279625" cy="319025"/>
          </a:xfrm>
        </p:grpSpPr>
        <p:sp>
          <p:nvSpPr>
            <p:cNvPr id="151" name="Google Shape;151;p26"/>
            <p:cNvSpPr/>
            <p:nvPr/>
          </p:nvSpPr>
          <p:spPr>
            <a:xfrm>
              <a:off x="-55576850" y="3335975"/>
              <a:ext cx="18900" cy="63825"/>
            </a:xfrm>
            <a:custGeom>
              <a:rect b="b" l="l" r="r" t="t"/>
              <a:pathLst>
                <a:path extrusionOk="0" h="2553" w="756">
                  <a:moveTo>
                    <a:pt x="756" y="0"/>
                  </a:moveTo>
                  <a:cubicBezTo>
                    <a:pt x="315" y="221"/>
                    <a:pt x="0" y="693"/>
                    <a:pt x="0" y="1260"/>
                  </a:cubicBezTo>
                  <a:cubicBezTo>
                    <a:pt x="0" y="1796"/>
                    <a:pt x="315" y="2269"/>
                    <a:pt x="756" y="2552"/>
                  </a:cubicBezTo>
                  <a:lnTo>
                    <a:pt x="756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2" name="Google Shape;152;p26"/>
            <p:cNvSpPr/>
            <p:nvPr/>
          </p:nvSpPr>
          <p:spPr>
            <a:xfrm>
              <a:off x="-55539850" y="3198125"/>
              <a:ext cx="206375" cy="99275"/>
            </a:xfrm>
            <a:custGeom>
              <a:rect b="b" l="l" r="r" t="t"/>
              <a:pathLst>
                <a:path extrusionOk="0" h="3971" w="8255">
                  <a:moveTo>
                    <a:pt x="2616" y="1"/>
                  </a:moveTo>
                  <a:cubicBezTo>
                    <a:pt x="2348" y="1"/>
                    <a:pt x="2080" y="95"/>
                    <a:pt x="1860" y="284"/>
                  </a:cubicBezTo>
                  <a:cubicBezTo>
                    <a:pt x="1671" y="95"/>
                    <a:pt x="1387" y="32"/>
                    <a:pt x="1103" y="32"/>
                  </a:cubicBezTo>
                  <a:cubicBezTo>
                    <a:pt x="473" y="32"/>
                    <a:pt x="1" y="536"/>
                    <a:pt x="1" y="1135"/>
                  </a:cubicBezTo>
                  <a:lnTo>
                    <a:pt x="1" y="3970"/>
                  </a:lnTo>
                  <a:lnTo>
                    <a:pt x="1639" y="2364"/>
                  </a:lnTo>
                  <a:cubicBezTo>
                    <a:pt x="1715" y="2287"/>
                    <a:pt x="1815" y="2246"/>
                    <a:pt x="1916" y="2246"/>
                  </a:cubicBezTo>
                  <a:cubicBezTo>
                    <a:pt x="1982" y="2246"/>
                    <a:pt x="2049" y="2263"/>
                    <a:pt x="2112" y="2301"/>
                  </a:cubicBezTo>
                  <a:cubicBezTo>
                    <a:pt x="2726" y="2726"/>
                    <a:pt x="3435" y="2939"/>
                    <a:pt x="4144" y="2939"/>
                  </a:cubicBezTo>
                  <a:cubicBezTo>
                    <a:pt x="4853" y="2939"/>
                    <a:pt x="5561" y="2726"/>
                    <a:pt x="6176" y="2301"/>
                  </a:cubicBezTo>
                  <a:cubicBezTo>
                    <a:pt x="6225" y="2263"/>
                    <a:pt x="6290" y="2246"/>
                    <a:pt x="6355" y="2246"/>
                  </a:cubicBezTo>
                  <a:cubicBezTo>
                    <a:pt x="6456" y="2246"/>
                    <a:pt x="6560" y="2287"/>
                    <a:pt x="6617" y="2364"/>
                  </a:cubicBezTo>
                  <a:lnTo>
                    <a:pt x="8255" y="3970"/>
                  </a:lnTo>
                  <a:lnTo>
                    <a:pt x="8255" y="1135"/>
                  </a:lnTo>
                  <a:cubicBezTo>
                    <a:pt x="8192" y="536"/>
                    <a:pt x="7719" y="32"/>
                    <a:pt x="7089" y="32"/>
                  </a:cubicBezTo>
                  <a:cubicBezTo>
                    <a:pt x="6837" y="32"/>
                    <a:pt x="6554" y="158"/>
                    <a:pt x="6365" y="284"/>
                  </a:cubicBezTo>
                  <a:cubicBezTo>
                    <a:pt x="6144" y="95"/>
                    <a:pt x="5876" y="1"/>
                    <a:pt x="5609" y="1"/>
                  </a:cubicBezTo>
                  <a:cubicBezTo>
                    <a:pt x="5341" y="1"/>
                    <a:pt x="5073" y="95"/>
                    <a:pt x="4853" y="284"/>
                  </a:cubicBezTo>
                  <a:cubicBezTo>
                    <a:pt x="4632" y="95"/>
                    <a:pt x="4372" y="1"/>
                    <a:pt x="4112" y="1"/>
                  </a:cubicBezTo>
                  <a:cubicBezTo>
                    <a:pt x="3852" y="1"/>
                    <a:pt x="3592" y="95"/>
                    <a:pt x="3372" y="284"/>
                  </a:cubicBezTo>
                  <a:cubicBezTo>
                    <a:pt x="3151" y="95"/>
                    <a:pt x="2883" y="1"/>
                    <a:pt x="2616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3" name="Google Shape;153;p26"/>
            <p:cNvSpPr/>
            <p:nvPr/>
          </p:nvSpPr>
          <p:spPr>
            <a:xfrm>
              <a:off x="-55539850" y="3275325"/>
              <a:ext cx="204800" cy="241825"/>
            </a:xfrm>
            <a:custGeom>
              <a:rect b="b" l="l" r="r" t="t"/>
              <a:pathLst>
                <a:path extrusionOk="0" h="9673" w="8192">
                  <a:moveTo>
                    <a:pt x="2616" y="2962"/>
                  </a:moveTo>
                  <a:cubicBezTo>
                    <a:pt x="2805" y="2962"/>
                    <a:pt x="2962" y="3119"/>
                    <a:pt x="2962" y="3308"/>
                  </a:cubicBezTo>
                  <a:cubicBezTo>
                    <a:pt x="2962" y="3529"/>
                    <a:pt x="2805" y="3686"/>
                    <a:pt x="2616" y="3686"/>
                  </a:cubicBezTo>
                  <a:cubicBezTo>
                    <a:pt x="2427" y="3686"/>
                    <a:pt x="2269" y="3560"/>
                    <a:pt x="2269" y="3308"/>
                  </a:cubicBezTo>
                  <a:cubicBezTo>
                    <a:pt x="2269" y="3119"/>
                    <a:pt x="2427" y="2962"/>
                    <a:pt x="2616" y="2962"/>
                  </a:cubicBezTo>
                  <a:close/>
                  <a:moveTo>
                    <a:pt x="5609" y="2993"/>
                  </a:moveTo>
                  <a:cubicBezTo>
                    <a:pt x="5798" y="2993"/>
                    <a:pt x="5955" y="3151"/>
                    <a:pt x="5955" y="3371"/>
                  </a:cubicBezTo>
                  <a:cubicBezTo>
                    <a:pt x="5987" y="3560"/>
                    <a:pt x="5798" y="3718"/>
                    <a:pt x="5609" y="3718"/>
                  </a:cubicBezTo>
                  <a:cubicBezTo>
                    <a:pt x="5420" y="3718"/>
                    <a:pt x="5262" y="3560"/>
                    <a:pt x="5262" y="3371"/>
                  </a:cubicBezTo>
                  <a:cubicBezTo>
                    <a:pt x="5262" y="3151"/>
                    <a:pt x="5420" y="2993"/>
                    <a:pt x="5609" y="2993"/>
                  </a:cubicBezTo>
                  <a:close/>
                  <a:moveTo>
                    <a:pt x="5164" y="6278"/>
                  </a:moveTo>
                  <a:cubicBezTo>
                    <a:pt x="5262" y="6278"/>
                    <a:pt x="5357" y="6317"/>
                    <a:pt x="5420" y="6396"/>
                  </a:cubicBezTo>
                  <a:cubicBezTo>
                    <a:pt x="5577" y="6522"/>
                    <a:pt x="5577" y="6742"/>
                    <a:pt x="5451" y="6900"/>
                  </a:cubicBezTo>
                  <a:cubicBezTo>
                    <a:pt x="5105" y="7246"/>
                    <a:pt x="4632" y="7435"/>
                    <a:pt x="4096" y="7435"/>
                  </a:cubicBezTo>
                  <a:cubicBezTo>
                    <a:pt x="3592" y="7435"/>
                    <a:pt x="3120" y="7246"/>
                    <a:pt x="2805" y="6900"/>
                  </a:cubicBezTo>
                  <a:cubicBezTo>
                    <a:pt x="2647" y="6742"/>
                    <a:pt x="2647" y="6522"/>
                    <a:pt x="2805" y="6396"/>
                  </a:cubicBezTo>
                  <a:cubicBezTo>
                    <a:pt x="2883" y="6317"/>
                    <a:pt x="2986" y="6278"/>
                    <a:pt x="3080" y="6278"/>
                  </a:cubicBezTo>
                  <a:cubicBezTo>
                    <a:pt x="3175" y="6278"/>
                    <a:pt x="3262" y="6317"/>
                    <a:pt x="3309" y="6396"/>
                  </a:cubicBezTo>
                  <a:cubicBezTo>
                    <a:pt x="3529" y="6616"/>
                    <a:pt x="3821" y="6727"/>
                    <a:pt x="4108" y="6727"/>
                  </a:cubicBezTo>
                  <a:cubicBezTo>
                    <a:pt x="4396" y="6727"/>
                    <a:pt x="4679" y="6616"/>
                    <a:pt x="4884" y="6396"/>
                  </a:cubicBezTo>
                  <a:cubicBezTo>
                    <a:pt x="4963" y="6317"/>
                    <a:pt x="5065" y="6278"/>
                    <a:pt x="5164" y="6278"/>
                  </a:cubicBezTo>
                  <a:close/>
                  <a:moveTo>
                    <a:pt x="1954" y="0"/>
                  </a:moveTo>
                  <a:lnTo>
                    <a:pt x="1" y="1954"/>
                  </a:lnTo>
                  <a:lnTo>
                    <a:pt x="1" y="5577"/>
                  </a:lnTo>
                  <a:cubicBezTo>
                    <a:pt x="1" y="7813"/>
                    <a:pt x="1860" y="9672"/>
                    <a:pt x="4096" y="9672"/>
                  </a:cubicBezTo>
                  <a:cubicBezTo>
                    <a:pt x="6365" y="9672"/>
                    <a:pt x="8192" y="7813"/>
                    <a:pt x="8192" y="5577"/>
                  </a:cubicBezTo>
                  <a:lnTo>
                    <a:pt x="8192" y="1954"/>
                  </a:lnTo>
                  <a:lnTo>
                    <a:pt x="6270" y="0"/>
                  </a:lnTo>
                  <a:cubicBezTo>
                    <a:pt x="5609" y="394"/>
                    <a:pt x="4860" y="591"/>
                    <a:pt x="4112" y="591"/>
                  </a:cubicBezTo>
                  <a:cubicBezTo>
                    <a:pt x="3364" y="591"/>
                    <a:pt x="2616" y="394"/>
                    <a:pt x="1954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4" name="Google Shape;154;p26"/>
            <p:cNvSpPr/>
            <p:nvPr/>
          </p:nvSpPr>
          <p:spPr>
            <a:xfrm>
              <a:off x="-55316150" y="3335975"/>
              <a:ext cx="18925" cy="63825"/>
            </a:xfrm>
            <a:custGeom>
              <a:rect b="b" l="l" r="r" t="t"/>
              <a:pathLst>
                <a:path extrusionOk="0" h="2553" w="757">
                  <a:moveTo>
                    <a:pt x="0" y="0"/>
                  </a:moveTo>
                  <a:lnTo>
                    <a:pt x="0" y="2552"/>
                  </a:lnTo>
                  <a:cubicBezTo>
                    <a:pt x="441" y="2269"/>
                    <a:pt x="756" y="1796"/>
                    <a:pt x="756" y="1260"/>
                  </a:cubicBezTo>
                  <a:cubicBezTo>
                    <a:pt x="756" y="693"/>
                    <a:pt x="473" y="221"/>
                    <a:pt x="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55" name="Google Shape;155;p26"/>
          <p:cNvGrpSpPr/>
          <p:nvPr/>
        </p:nvGrpSpPr>
        <p:grpSpPr>
          <a:xfrm>
            <a:off x="3030062" y="3548884"/>
            <a:ext cx="314662" cy="358971"/>
            <a:chOff x="-56766175" y="3198925"/>
            <a:chExt cx="279625" cy="319000"/>
          </a:xfrm>
        </p:grpSpPr>
        <p:sp>
          <p:nvSpPr>
            <p:cNvPr id="156" name="Google Shape;156;p26"/>
            <p:cNvSpPr/>
            <p:nvPr/>
          </p:nvSpPr>
          <p:spPr>
            <a:xfrm>
              <a:off x="-56766175" y="3335975"/>
              <a:ext cx="18925" cy="63825"/>
            </a:xfrm>
            <a:custGeom>
              <a:rect b="b" l="l" r="r" t="t"/>
              <a:pathLst>
                <a:path extrusionOk="0" h="2553" w="757">
                  <a:moveTo>
                    <a:pt x="757" y="0"/>
                  </a:moveTo>
                  <a:cubicBezTo>
                    <a:pt x="316" y="221"/>
                    <a:pt x="1" y="693"/>
                    <a:pt x="1" y="1260"/>
                  </a:cubicBezTo>
                  <a:cubicBezTo>
                    <a:pt x="1" y="1796"/>
                    <a:pt x="316" y="2269"/>
                    <a:pt x="757" y="2552"/>
                  </a:cubicBezTo>
                  <a:lnTo>
                    <a:pt x="757" y="158"/>
                  </a:lnTo>
                  <a:lnTo>
                    <a:pt x="757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7" name="Google Shape;157;p26"/>
            <p:cNvSpPr/>
            <p:nvPr/>
          </p:nvSpPr>
          <p:spPr>
            <a:xfrm>
              <a:off x="-56747275" y="3198925"/>
              <a:ext cx="222925" cy="93750"/>
            </a:xfrm>
            <a:custGeom>
              <a:rect b="b" l="l" r="r" t="t"/>
              <a:pathLst>
                <a:path extrusionOk="0" h="3750" w="8917">
                  <a:moveTo>
                    <a:pt x="347" y="0"/>
                  </a:moveTo>
                  <a:cubicBezTo>
                    <a:pt x="158" y="0"/>
                    <a:pt x="1" y="158"/>
                    <a:pt x="32" y="347"/>
                  </a:cubicBezTo>
                  <a:cubicBezTo>
                    <a:pt x="410" y="2269"/>
                    <a:pt x="2080" y="3749"/>
                    <a:pt x="4096" y="3749"/>
                  </a:cubicBezTo>
                  <a:lnTo>
                    <a:pt x="8917" y="3749"/>
                  </a:lnTo>
                  <a:cubicBezTo>
                    <a:pt x="8728" y="1639"/>
                    <a:pt x="6995" y="0"/>
                    <a:pt x="4852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8" name="Google Shape;158;p26"/>
            <p:cNvSpPr/>
            <p:nvPr/>
          </p:nvSpPr>
          <p:spPr>
            <a:xfrm>
              <a:off x="-56710250" y="3348575"/>
              <a:ext cx="55150" cy="55150"/>
            </a:xfrm>
            <a:custGeom>
              <a:rect b="b" l="l" r="r" t="t"/>
              <a:pathLst>
                <a:path extrusionOk="0" h="2206" w="2206">
                  <a:moveTo>
                    <a:pt x="1103" y="0"/>
                  </a:moveTo>
                  <a:cubicBezTo>
                    <a:pt x="473" y="0"/>
                    <a:pt x="0" y="504"/>
                    <a:pt x="0" y="1103"/>
                  </a:cubicBezTo>
                  <a:cubicBezTo>
                    <a:pt x="0" y="1670"/>
                    <a:pt x="504" y="2206"/>
                    <a:pt x="1103" y="2206"/>
                  </a:cubicBezTo>
                  <a:cubicBezTo>
                    <a:pt x="1733" y="2206"/>
                    <a:pt x="2206" y="1702"/>
                    <a:pt x="2206" y="1103"/>
                  </a:cubicBezTo>
                  <a:cubicBezTo>
                    <a:pt x="2206" y="504"/>
                    <a:pt x="1733" y="0"/>
                    <a:pt x="1103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9" name="Google Shape;159;p26"/>
            <p:cNvSpPr/>
            <p:nvPr/>
          </p:nvSpPr>
          <p:spPr>
            <a:xfrm>
              <a:off x="-56597625" y="3349350"/>
              <a:ext cx="55150" cy="55175"/>
            </a:xfrm>
            <a:custGeom>
              <a:rect b="b" l="l" r="r" t="t"/>
              <a:pathLst>
                <a:path extrusionOk="0" h="2207" w="2206">
                  <a:moveTo>
                    <a:pt x="1103" y="1"/>
                  </a:moveTo>
                  <a:cubicBezTo>
                    <a:pt x="473" y="1"/>
                    <a:pt x="1" y="505"/>
                    <a:pt x="1" y="1103"/>
                  </a:cubicBezTo>
                  <a:cubicBezTo>
                    <a:pt x="1" y="1702"/>
                    <a:pt x="473" y="2206"/>
                    <a:pt x="1103" y="2206"/>
                  </a:cubicBezTo>
                  <a:cubicBezTo>
                    <a:pt x="1702" y="2206"/>
                    <a:pt x="2206" y="1702"/>
                    <a:pt x="2206" y="1103"/>
                  </a:cubicBezTo>
                  <a:cubicBezTo>
                    <a:pt x="2206" y="505"/>
                    <a:pt x="1702" y="1"/>
                    <a:pt x="1103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0" name="Google Shape;160;p26"/>
            <p:cNvSpPr/>
            <p:nvPr/>
          </p:nvSpPr>
          <p:spPr>
            <a:xfrm>
              <a:off x="-56727575" y="3376925"/>
              <a:ext cx="204800" cy="141000"/>
            </a:xfrm>
            <a:custGeom>
              <a:rect b="b" l="l" r="r" t="t"/>
              <a:pathLst>
                <a:path extrusionOk="0" h="5640" w="8192">
                  <a:moveTo>
                    <a:pt x="5104" y="2174"/>
                  </a:moveTo>
                  <a:cubicBezTo>
                    <a:pt x="5199" y="2174"/>
                    <a:pt x="5293" y="2206"/>
                    <a:pt x="5356" y="2269"/>
                  </a:cubicBezTo>
                  <a:cubicBezTo>
                    <a:pt x="5545" y="2395"/>
                    <a:pt x="5545" y="2647"/>
                    <a:pt x="5388" y="2804"/>
                  </a:cubicBezTo>
                  <a:cubicBezTo>
                    <a:pt x="5041" y="3151"/>
                    <a:pt x="4569" y="3340"/>
                    <a:pt x="4096" y="3340"/>
                  </a:cubicBezTo>
                  <a:cubicBezTo>
                    <a:pt x="3560" y="3340"/>
                    <a:pt x="3088" y="3151"/>
                    <a:pt x="2741" y="2804"/>
                  </a:cubicBezTo>
                  <a:cubicBezTo>
                    <a:pt x="2584" y="2647"/>
                    <a:pt x="2584" y="2395"/>
                    <a:pt x="2741" y="2269"/>
                  </a:cubicBezTo>
                  <a:cubicBezTo>
                    <a:pt x="2820" y="2206"/>
                    <a:pt x="2922" y="2174"/>
                    <a:pt x="3021" y="2174"/>
                  </a:cubicBezTo>
                  <a:cubicBezTo>
                    <a:pt x="3119" y="2174"/>
                    <a:pt x="3214" y="2206"/>
                    <a:pt x="3277" y="2269"/>
                  </a:cubicBezTo>
                  <a:cubicBezTo>
                    <a:pt x="3482" y="2489"/>
                    <a:pt x="3765" y="2600"/>
                    <a:pt x="4053" y="2600"/>
                  </a:cubicBezTo>
                  <a:cubicBezTo>
                    <a:pt x="4340" y="2600"/>
                    <a:pt x="4632" y="2489"/>
                    <a:pt x="4852" y="2269"/>
                  </a:cubicBezTo>
                  <a:cubicBezTo>
                    <a:pt x="4915" y="2206"/>
                    <a:pt x="5010" y="2174"/>
                    <a:pt x="5104" y="2174"/>
                  </a:cubicBezTo>
                  <a:close/>
                  <a:moveTo>
                    <a:pt x="0" y="0"/>
                  </a:moveTo>
                  <a:lnTo>
                    <a:pt x="0" y="1513"/>
                  </a:lnTo>
                  <a:cubicBezTo>
                    <a:pt x="0" y="3623"/>
                    <a:pt x="1639" y="5451"/>
                    <a:pt x="3718" y="5640"/>
                  </a:cubicBezTo>
                  <a:lnTo>
                    <a:pt x="3718" y="4537"/>
                  </a:lnTo>
                  <a:cubicBezTo>
                    <a:pt x="3718" y="4348"/>
                    <a:pt x="3875" y="4191"/>
                    <a:pt x="4096" y="4191"/>
                  </a:cubicBezTo>
                  <a:cubicBezTo>
                    <a:pt x="4285" y="4191"/>
                    <a:pt x="4442" y="4348"/>
                    <a:pt x="4442" y="4537"/>
                  </a:cubicBezTo>
                  <a:lnTo>
                    <a:pt x="4442" y="5640"/>
                  </a:lnTo>
                  <a:cubicBezTo>
                    <a:pt x="6522" y="5451"/>
                    <a:pt x="8192" y="3623"/>
                    <a:pt x="8192" y="1513"/>
                  </a:cubicBezTo>
                  <a:lnTo>
                    <a:pt x="8192" y="0"/>
                  </a:lnTo>
                  <a:cubicBezTo>
                    <a:pt x="8192" y="1009"/>
                    <a:pt x="7309" y="1859"/>
                    <a:pt x="6301" y="1859"/>
                  </a:cubicBezTo>
                  <a:cubicBezTo>
                    <a:pt x="5388" y="1859"/>
                    <a:pt x="4632" y="1229"/>
                    <a:pt x="4474" y="347"/>
                  </a:cubicBezTo>
                  <a:lnTo>
                    <a:pt x="3655" y="347"/>
                  </a:lnTo>
                  <a:cubicBezTo>
                    <a:pt x="3497" y="1229"/>
                    <a:pt x="2710" y="1859"/>
                    <a:pt x="1828" y="1859"/>
                  </a:cubicBezTo>
                  <a:cubicBezTo>
                    <a:pt x="819" y="1859"/>
                    <a:pt x="0" y="1009"/>
                    <a:pt x="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1" name="Google Shape;161;p26"/>
            <p:cNvSpPr/>
            <p:nvPr/>
          </p:nvSpPr>
          <p:spPr>
            <a:xfrm>
              <a:off x="-56729150" y="3289500"/>
              <a:ext cx="204000" cy="87450"/>
            </a:xfrm>
            <a:custGeom>
              <a:rect b="b" l="l" r="r" t="t"/>
              <a:pathLst>
                <a:path extrusionOk="0" h="3498" w="8160">
                  <a:moveTo>
                    <a:pt x="567" y="0"/>
                  </a:moveTo>
                  <a:cubicBezTo>
                    <a:pt x="221" y="630"/>
                    <a:pt x="0" y="1292"/>
                    <a:pt x="0" y="2017"/>
                  </a:cubicBezTo>
                  <a:lnTo>
                    <a:pt x="0" y="3497"/>
                  </a:lnTo>
                  <a:cubicBezTo>
                    <a:pt x="0" y="2489"/>
                    <a:pt x="851" y="1639"/>
                    <a:pt x="1859" y="1639"/>
                  </a:cubicBezTo>
                  <a:cubicBezTo>
                    <a:pt x="2773" y="1639"/>
                    <a:pt x="3529" y="2269"/>
                    <a:pt x="3686" y="3151"/>
                  </a:cubicBezTo>
                  <a:lnTo>
                    <a:pt x="4505" y="3151"/>
                  </a:lnTo>
                  <a:cubicBezTo>
                    <a:pt x="4663" y="2269"/>
                    <a:pt x="5451" y="1639"/>
                    <a:pt x="6333" y="1639"/>
                  </a:cubicBezTo>
                  <a:cubicBezTo>
                    <a:pt x="7341" y="1639"/>
                    <a:pt x="8160" y="2489"/>
                    <a:pt x="8160" y="3497"/>
                  </a:cubicBezTo>
                  <a:lnTo>
                    <a:pt x="8160" y="914"/>
                  </a:lnTo>
                  <a:lnTo>
                    <a:pt x="3340" y="914"/>
                  </a:lnTo>
                  <a:cubicBezTo>
                    <a:pt x="2332" y="851"/>
                    <a:pt x="1355" y="536"/>
                    <a:pt x="567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2" name="Google Shape;162;p26"/>
            <p:cNvSpPr/>
            <p:nvPr/>
          </p:nvSpPr>
          <p:spPr>
            <a:xfrm>
              <a:off x="-56505475" y="3335975"/>
              <a:ext cx="18925" cy="63825"/>
            </a:xfrm>
            <a:custGeom>
              <a:rect b="b" l="l" r="r" t="t"/>
              <a:pathLst>
                <a:path extrusionOk="0" h="2553" w="757">
                  <a:moveTo>
                    <a:pt x="1" y="0"/>
                  </a:moveTo>
                  <a:lnTo>
                    <a:pt x="1" y="2552"/>
                  </a:lnTo>
                  <a:cubicBezTo>
                    <a:pt x="442" y="2269"/>
                    <a:pt x="757" y="1796"/>
                    <a:pt x="757" y="1260"/>
                  </a:cubicBezTo>
                  <a:cubicBezTo>
                    <a:pt x="757" y="693"/>
                    <a:pt x="473" y="221"/>
                    <a:pt x="1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63" name="Google Shape;163;p26"/>
          <p:cNvSpPr txBox="1"/>
          <p:nvPr>
            <p:ph idx="5" type="subTitle"/>
          </p:nvPr>
        </p:nvSpPr>
        <p:spPr>
          <a:xfrm flipH="1">
            <a:off x="4808225" y="1713750"/>
            <a:ext cx="2543100" cy="94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/>
              <a:t>Genera una secuencia de bits a partir de una recurrencia lineal</a:t>
            </a:r>
            <a:endParaRPr/>
          </a:p>
        </p:txBody>
      </p:sp>
      <p:sp>
        <p:nvSpPr>
          <p:cNvPr id="164" name="Google Shape;164;p26"/>
          <p:cNvSpPr txBox="1"/>
          <p:nvPr>
            <p:ph idx="5" type="subTitle"/>
          </p:nvPr>
        </p:nvSpPr>
        <p:spPr>
          <a:xfrm flipH="1">
            <a:off x="3461588" y="3071813"/>
            <a:ext cx="2952600" cy="1313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/>
              <a:t>Los números pseudoaleatorios definitivos se forman a partir de bloques de bits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27"/>
          <p:cNvSpPr txBox="1"/>
          <p:nvPr/>
        </p:nvSpPr>
        <p:spPr>
          <a:xfrm>
            <a:off x="1914900" y="2009200"/>
            <a:ext cx="5314200" cy="86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>
                <a:latin typeface="Hind Vadodara Light"/>
                <a:ea typeface="Hind Vadodara Light"/>
                <a:cs typeface="Hind Vadodara Light"/>
                <a:sym typeface="Hind Vadodara Light"/>
              </a:rPr>
              <a:t>El generador se defina a partir de una secuencia de dígitos binarios</a:t>
            </a:r>
            <a:endParaRPr sz="2200">
              <a:latin typeface="Hind Vadodara Light"/>
              <a:ea typeface="Hind Vadodara Light"/>
              <a:cs typeface="Hind Vadodara Light"/>
              <a:sym typeface="Hind Vadodara Light"/>
            </a:endParaRPr>
          </a:p>
        </p:txBody>
      </p:sp>
      <p:sp>
        <p:nvSpPr>
          <p:cNvPr id="170" name="Google Shape;170;p27"/>
          <p:cNvSpPr txBox="1"/>
          <p:nvPr/>
        </p:nvSpPr>
        <p:spPr>
          <a:xfrm>
            <a:off x="2383500" y="852800"/>
            <a:ext cx="43770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000">
                <a:latin typeface="Hind Vadodara"/>
                <a:ea typeface="Hind Vadodara"/>
                <a:cs typeface="Hind Vadodara"/>
                <a:sym typeface="Hind Vadodara"/>
              </a:rPr>
              <a:t>Generador Tausworthe</a:t>
            </a:r>
            <a:endParaRPr b="1" sz="3000">
              <a:latin typeface="Hind Vadodara"/>
              <a:ea typeface="Hind Vadodara"/>
              <a:cs typeface="Hind Vadodara"/>
              <a:sym typeface="Hind Vadodara"/>
            </a:endParaRPr>
          </a:p>
        </p:txBody>
      </p:sp>
      <p:pic>
        <p:nvPicPr>
          <p:cNvPr id="171" name="Google Shape;171;p2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480888" y="3207425"/>
            <a:ext cx="4182225" cy="15300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28"/>
          <p:cNvSpPr txBox="1"/>
          <p:nvPr/>
        </p:nvSpPr>
        <p:spPr>
          <a:xfrm>
            <a:off x="1914900" y="2009200"/>
            <a:ext cx="5314200" cy="86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>
                <a:latin typeface="Hind Vadodara Light"/>
                <a:ea typeface="Hind Vadodara Light"/>
                <a:cs typeface="Hind Vadodara Light"/>
                <a:sym typeface="Hind Vadodara Light"/>
              </a:rPr>
              <a:t>Una forma </a:t>
            </a:r>
            <a:r>
              <a:rPr lang="en" sz="2200">
                <a:latin typeface="Hind Vadodara Light"/>
                <a:ea typeface="Hind Vadodara Light"/>
                <a:cs typeface="Hind Vadodara Light"/>
                <a:sym typeface="Hind Vadodara Light"/>
              </a:rPr>
              <a:t>más</a:t>
            </a:r>
            <a:r>
              <a:rPr lang="en" sz="2200">
                <a:latin typeface="Hind Vadodara Light"/>
                <a:ea typeface="Hind Vadodara Light"/>
                <a:cs typeface="Hind Vadodara Light"/>
                <a:sym typeface="Hind Vadodara Light"/>
              </a:rPr>
              <a:t> sencilla de llevar </a:t>
            </a:r>
            <a:r>
              <a:rPr lang="en" sz="2200">
                <a:latin typeface="Hind Vadodara Light"/>
                <a:ea typeface="Hind Vadodara Light"/>
                <a:cs typeface="Hind Vadodara Light"/>
                <a:sym typeface="Hind Vadodara Light"/>
              </a:rPr>
              <a:t>adelante</a:t>
            </a:r>
            <a:r>
              <a:rPr lang="en" sz="2200">
                <a:latin typeface="Hind Vadodara Light"/>
                <a:ea typeface="Hind Vadodara Light"/>
                <a:cs typeface="Hind Vadodara Light"/>
                <a:sym typeface="Hind Vadodara Light"/>
              </a:rPr>
              <a:t> la generación de pseudoaleatorios es:</a:t>
            </a:r>
            <a:endParaRPr sz="2200">
              <a:latin typeface="Hind Vadodara Light"/>
              <a:ea typeface="Hind Vadodara Light"/>
              <a:cs typeface="Hind Vadodara Light"/>
              <a:sym typeface="Hind Vadodara Light"/>
            </a:endParaRPr>
          </a:p>
        </p:txBody>
      </p:sp>
      <p:sp>
        <p:nvSpPr>
          <p:cNvPr id="177" name="Google Shape;177;p28"/>
          <p:cNvSpPr txBox="1"/>
          <p:nvPr/>
        </p:nvSpPr>
        <p:spPr>
          <a:xfrm>
            <a:off x="2383500" y="852800"/>
            <a:ext cx="43770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000">
                <a:latin typeface="Hind Vadodara"/>
                <a:ea typeface="Hind Vadodara"/>
                <a:cs typeface="Hind Vadodara"/>
                <a:sym typeface="Hind Vadodara"/>
              </a:rPr>
              <a:t>Generador Tausworthe</a:t>
            </a:r>
            <a:endParaRPr b="1" sz="3000">
              <a:latin typeface="Hind Vadodara"/>
              <a:ea typeface="Hind Vadodara"/>
              <a:cs typeface="Hind Vadodara"/>
              <a:sym typeface="Hind Vadodara"/>
            </a:endParaRPr>
          </a:p>
        </p:txBody>
      </p:sp>
      <p:pic>
        <p:nvPicPr>
          <p:cNvPr id="178" name="Google Shape;178;p2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900100" y="3601425"/>
            <a:ext cx="7343775" cy="685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p29"/>
          <p:cNvSpPr txBox="1"/>
          <p:nvPr/>
        </p:nvSpPr>
        <p:spPr>
          <a:xfrm>
            <a:off x="1914900" y="1761500"/>
            <a:ext cx="5314200" cy="86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>
                <a:latin typeface="Hind Vadodara Light"/>
                <a:ea typeface="Hind Vadodara Light"/>
                <a:cs typeface="Hind Vadodara Light"/>
                <a:sym typeface="Hind Vadodara Light"/>
              </a:rPr>
              <a:t>Es importante </a:t>
            </a:r>
            <a:r>
              <a:rPr lang="en" sz="2200">
                <a:latin typeface="Hind Vadodara Light"/>
                <a:ea typeface="Hind Vadodara Light"/>
                <a:cs typeface="Hind Vadodara Light"/>
                <a:sym typeface="Hind Vadodara Light"/>
              </a:rPr>
              <a:t>tomar en</a:t>
            </a:r>
            <a:r>
              <a:rPr lang="en" sz="2200">
                <a:latin typeface="Hind Vadodara Light"/>
                <a:ea typeface="Hind Vadodara Light"/>
                <a:cs typeface="Hind Vadodara Light"/>
                <a:sym typeface="Hind Vadodara Light"/>
              </a:rPr>
              <a:t> consideración para la operación XOR la tabla de verdad:</a:t>
            </a:r>
            <a:endParaRPr sz="2200">
              <a:latin typeface="Hind Vadodara Light"/>
              <a:ea typeface="Hind Vadodara Light"/>
              <a:cs typeface="Hind Vadodara Light"/>
              <a:sym typeface="Hind Vadodara Light"/>
            </a:endParaRPr>
          </a:p>
        </p:txBody>
      </p:sp>
      <p:sp>
        <p:nvSpPr>
          <p:cNvPr id="184" name="Google Shape;184;p29"/>
          <p:cNvSpPr txBox="1"/>
          <p:nvPr/>
        </p:nvSpPr>
        <p:spPr>
          <a:xfrm>
            <a:off x="2383500" y="852800"/>
            <a:ext cx="43770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000">
                <a:latin typeface="Hind Vadodara"/>
                <a:ea typeface="Hind Vadodara"/>
                <a:cs typeface="Hind Vadodara"/>
                <a:sym typeface="Hind Vadodara"/>
              </a:rPr>
              <a:t>Generador Tausworthe</a:t>
            </a:r>
            <a:endParaRPr b="1" sz="3000">
              <a:latin typeface="Hind Vadodara"/>
              <a:ea typeface="Hind Vadodara"/>
              <a:cs typeface="Hind Vadodara"/>
              <a:sym typeface="Hind Vadodara"/>
            </a:endParaRPr>
          </a:p>
        </p:txBody>
      </p:sp>
      <p:pic>
        <p:nvPicPr>
          <p:cNvPr id="185" name="Google Shape;185;p2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586038" y="2885600"/>
            <a:ext cx="3971925" cy="18097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p30"/>
          <p:cNvSpPr txBox="1"/>
          <p:nvPr/>
        </p:nvSpPr>
        <p:spPr>
          <a:xfrm>
            <a:off x="1914900" y="1761500"/>
            <a:ext cx="5314200" cy="12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>
                <a:latin typeface="Hind Vadodara Light"/>
                <a:ea typeface="Hind Vadodara Light"/>
                <a:cs typeface="Hind Vadodara Light"/>
                <a:sym typeface="Hind Vadodara Light"/>
              </a:rPr>
              <a:t>Sin embargo, para de terminar la salida de cada termino de la secuencia se puede considerar:</a:t>
            </a:r>
            <a:endParaRPr sz="2200">
              <a:latin typeface="Hind Vadodara Light"/>
              <a:ea typeface="Hind Vadodara Light"/>
              <a:cs typeface="Hind Vadodara Light"/>
              <a:sym typeface="Hind Vadodara Light"/>
            </a:endParaRPr>
          </a:p>
        </p:txBody>
      </p:sp>
      <p:sp>
        <p:nvSpPr>
          <p:cNvPr id="191" name="Google Shape;191;p30"/>
          <p:cNvSpPr txBox="1"/>
          <p:nvPr/>
        </p:nvSpPr>
        <p:spPr>
          <a:xfrm>
            <a:off x="2383500" y="852800"/>
            <a:ext cx="43770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000">
                <a:latin typeface="Hind Vadodara"/>
                <a:ea typeface="Hind Vadodara"/>
                <a:cs typeface="Hind Vadodara"/>
                <a:sym typeface="Hind Vadodara"/>
              </a:rPr>
              <a:t>Generador Tausworthe</a:t>
            </a:r>
            <a:endParaRPr b="1" sz="3000">
              <a:latin typeface="Hind Vadodara"/>
              <a:ea typeface="Hind Vadodara"/>
              <a:cs typeface="Hind Vadodara"/>
              <a:sym typeface="Hind Vadodara"/>
            </a:endParaRPr>
          </a:p>
        </p:txBody>
      </p:sp>
      <p:pic>
        <p:nvPicPr>
          <p:cNvPr id="192" name="Google Shape;192;p3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852738" y="3403875"/>
            <a:ext cx="3438525" cy="11144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96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p31"/>
          <p:cNvSpPr txBox="1"/>
          <p:nvPr/>
        </p:nvSpPr>
        <p:spPr>
          <a:xfrm>
            <a:off x="1914900" y="1761500"/>
            <a:ext cx="5314200" cy="86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>
                <a:latin typeface="Hind Vadodara Light"/>
                <a:ea typeface="Hind Vadodara Light"/>
                <a:cs typeface="Hind Vadodara Light"/>
                <a:sym typeface="Hind Vadodara Light"/>
              </a:rPr>
              <a:t>El periodo en cambio se </a:t>
            </a:r>
            <a:r>
              <a:rPr lang="en" sz="2200">
                <a:latin typeface="Hind Vadodara Light"/>
                <a:ea typeface="Hind Vadodara Light"/>
                <a:cs typeface="Hind Vadodara Light"/>
                <a:sym typeface="Hind Vadodara Light"/>
              </a:rPr>
              <a:t>encuentra</a:t>
            </a:r>
            <a:r>
              <a:rPr lang="en" sz="2200">
                <a:latin typeface="Hind Vadodara Light"/>
                <a:ea typeface="Hind Vadodara Light"/>
                <a:cs typeface="Hind Vadodara Light"/>
                <a:sym typeface="Hind Vadodara Light"/>
              </a:rPr>
              <a:t> definido por:</a:t>
            </a:r>
            <a:endParaRPr sz="2200">
              <a:latin typeface="Hind Vadodara Light"/>
              <a:ea typeface="Hind Vadodara Light"/>
              <a:cs typeface="Hind Vadodara Light"/>
              <a:sym typeface="Hind Vadodara Light"/>
            </a:endParaRPr>
          </a:p>
        </p:txBody>
      </p:sp>
      <p:sp>
        <p:nvSpPr>
          <p:cNvPr id="198" name="Google Shape;198;p31"/>
          <p:cNvSpPr txBox="1"/>
          <p:nvPr/>
        </p:nvSpPr>
        <p:spPr>
          <a:xfrm>
            <a:off x="2383500" y="852800"/>
            <a:ext cx="43770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000">
                <a:latin typeface="Hind Vadodara"/>
                <a:ea typeface="Hind Vadodara"/>
                <a:cs typeface="Hind Vadodara"/>
                <a:sym typeface="Hind Vadodara"/>
              </a:rPr>
              <a:t>Generador Tausworthe</a:t>
            </a:r>
            <a:endParaRPr b="1" sz="3000">
              <a:latin typeface="Hind Vadodara"/>
              <a:ea typeface="Hind Vadodara"/>
              <a:cs typeface="Hind Vadodara"/>
              <a:sym typeface="Hind Vadodara"/>
            </a:endParaRPr>
          </a:p>
        </p:txBody>
      </p:sp>
      <p:pic>
        <p:nvPicPr>
          <p:cNvPr id="199" name="Google Shape;199;p31"/>
          <p:cNvPicPr preferRelativeResize="0"/>
          <p:nvPr/>
        </p:nvPicPr>
        <p:blipFill rotWithShape="1">
          <a:blip r:embed="rId4">
            <a:alphaModFix/>
          </a:blip>
          <a:srcRect b="0" l="0" r="63961" t="0"/>
          <a:stretch/>
        </p:blipFill>
        <p:spPr>
          <a:xfrm>
            <a:off x="3690750" y="2986775"/>
            <a:ext cx="1762500" cy="7569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203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p32"/>
          <p:cNvSpPr txBox="1"/>
          <p:nvPr/>
        </p:nvSpPr>
        <p:spPr>
          <a:xfrm>
            <a:off x="1547075" y="1224825"/>
            <a:ext cx="6031800" cy="86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>
                <a:latin typeface="Hind Vadodara Light"/>
                <a:ea typeface="Hind Vadodara Light"/>
                <a:cs typeface="Hind Vadodara Light"/>
                <a:sym typeface="Hind Vadodara Light"/>
              </a:rPr>
              <a:t>Teniendo en consideración los dato de entrada: r, q (Actúa como semilla del algoritmo), l.</a:t>
            </a:r>
            <a:endParaRPr sz="2200">
              <a:latin typeface="Hind Vadodara Light"/>
              <a:ea typeface="Hind Vadodara Light"/>
              <a:cs typeface="Hind Vadodara Light"/>
              <a:sym typeface="Hind Vadodara Light"/>
            </a:endParaRPr>
          </a:p>
        </p:txBody>
      </p:sp>
      <p:sp>
        <p:nvSpPr>
          <p:cNvPr id="205" name="Google Shape;205;p32"/>
          <p:cNvSpPr txBox="1"/>
          <p:nvPr/>
        </p:nvSpPr>
        <p:spPr>
          <a:xfrm>
            <a:off x="1547075" y="429375"/>
            <a:ext cx="17034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000">
                <a:latin typeface="Hind Vadodara"/>
                <a:ea typeface="Hind Vadodara"/>
                <a:cs typeface="Hind Vadodara"/>
                <a:sym typeface="Hind Vadodara"/>
              </a:rPr>
              <a:t>Ejemplo:</a:t>
            </a:r>
            <a:endParaRPr b="1" sz="3000">
              <a:latin typeface="Hind Vadodara"/>
              <a:ea typeface="Hind Vadodara"/>
              <a:cs typeface="Hind Vadodara"/>
              <a:sym typeface="Hind Vadodara"/>
            </a:endParaRPr>
          </a:p>
        </p:txBody>
      </p:sp>
      <p:sp>
        <p:nvSpPr>
          <p:cNvPr id="206" name="Google Shape;206;p32"/>
          <p:cNvSpPr txBox="1"/>
          <p:nvPr/>
        </p:nvSpPr>
        <p:spPr>
          <a:xfrm>
            <a:off x="1547075" y="2140800"/>
            <a:ext cx="6620100" cy="255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>
                <a:latin typeface="Hind Vadodara Light"/>
                <a:ea typeface="Hind Vadodara Light"/>
                <a:cs typeface="Hind Vadodara Light"/>
                <a:sym typeface="Hind Vadodara Light"/>
              </a:rPr>
              <a:t>l = 4 - r = 3 - q = 5 por lo que B1 = B2 = B3 = B4 = B5 = 1</a:t>
            </a:r>
            <a:endParaRPr sz="2200">
              <a:latin typeface="Hind Vadodara Light"/>
              <a:ea typeface="Hind Vadodara Light"/>
              <a:cs typeface="Hind Vadodara Light"/>
              <a:sym typeface="Hind Vadodara Ligh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200">
              <a:latin typeface="Hind Vadodara Light"/>
              <a:ea typeface="Hind Vadodara Light"/>
              <a:cs typeface="Hind Vadodara Light"/>
              <a:sym typeface="Hind Vadodara Ligh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>
                <a:latin typeface="Hind Vadodara Light"/>
                <a:ea typeface="Hind Vadodara Light"/>
                <a:cs typeface="Hind Vadodara Light"/>
                <a:sym typeface="Hind Vadodara Light"/>
              </a:rPr>
              <a:t>B6 = B3 XOR B1 = 0</a:t>
            </a:r>
            <a:endParaRPr sz="2200">
              <a:latin typeface="Hind Vadodara Light"/>
              <a:ea typeface="Hind Vadodara Light"/>
              <a:cs typeface="Hind Vadodara Light"/>
              <a:sym typeface="Hind Vadodara Ligh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>
                <a:latin typeface="Hind Vadodara Light"/>
                <a:ea typeface="Hind Vadodara Light"/>
                <a:cs typeface="Hind Vadodara Light"/>
                <a:sym typeface="Hind Vadodara Light"/>
              </a:rPr>
              <a:t>B7 = B4 XOR B2 = 0 … </a:t>
            </a:r>
            <a:endParaRPr sz="2200">
              <a:latin typeface="Hind Vadodara Light"/>
              <a:ea typeface="Hind Vadodara Light"/>
              <a:cs typeface="Hind Vadodara Light"/>
              <a:sym typeface="Hind Vadodara Ligh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200">
              <a:latin typeface="Hind Vadodara Light"/>
              <a:ea typeface="Hind Vadodara Light"/>
              <a:cs typeface="Hind Vadodara Light"/>
              <a:sym typeface="Hind Vadodara Ligh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>
                <a:latin typeface="Hind Vadodara Light"/>
                <a:ea typeface="Hind Vadodara Light"/>
                <a:cs typeface="Hind Vadodara Light"/>
                <a:sym typeface="Hind Vadodara Light"/>
              </a:rPr>
              <a:t>1111 - 1000 - 1101 - 1101 - 0100 - 0010 - 0101 - …</a:t>
            </a:r>
            <a:endParaRPr sz="2200">
              <a:latin typeface="Hind Vadodara Light"/>
              <a:ea typeface="Hind Vadodara Light"/>
              <a:cs typeface="Hind Vadodara Light"/>
              <a:sym typeface="Hind Vadodara Ligh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200">
              <a:latin typeface="Hind Vadodara Light"/>
              <a:ea typeface="Hind Vadodara Light"/>
              <a:cs typeface="Hind Vadodara Light"/>
              <a:sym typeface="Hind Vadodara Light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210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p33"/>
          <p:cNvSpPr txBox="1"/>
          <p:nvPr/>
        </p:nvSpPr>
        <p:spPr>
          <a:xfrm>
            <a:off x="1556100" y="804625"/>
            <a:ext cx="60318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>
                <a:latin typeface="Hind Vadodara Light"/>
                <a:ea typeface="Hind Vadodara Light"/>
                <a:cs typeface="Hind Vadodara Light"/>
                <a:sym typeface="Hind Vadodara Light"/>
              </a:rPr>
              <a:t>Finalmente considerando l = 4</a:t>
            </a:r>
            <a:endParaRPr sz="2200">
              <a:latin typeface="Hind Vadodara Light"/>
              <a:ea typeface="Hind Vadodara Light"/>
              <a:cs typeface="Hind Vadodara Light"/>
              <a:sym typeface="Hind Vadodara Light"/>
            </a:endParaRPr>
          </a:p>
        </p:txBody>
      </p:sp>
      <p:sp>
        <p:nvSpPr>
          <p:cNvPr id="212" name="Google Shape;212;p33"/>
          <p:cNvSpPr txBox="1"/>
          <p:nvPr/>
        </p:nvSpPr>
        <p:spPr>
          <a:xfrm>
            <a:off x="1547075" y="158125"/>
            <a:ext cx="17034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000">
                <a:latin typeface="Hind Vadodara"/>
                <a:ea typeface="Hind Vadodara"/>
                <a:cs typeface="Hind Vadodara"/>
                <a:sym typeface="Hind Vadodara"/>
              </a:rPr>
              <a:t>Ejemplo:</a:t>
            </a:r>
            <a:endParaRPr b="1" sz="3000">
              <a:latin typeface="Hind Vadodara"/>
              <a:ea typeface="Hind Vadodara"/>
              <a:cs typeface="Hind Vadodara"/>
              <a:sym typeface="Hind Vadodara"/>
            </a:endParaRPr>
          </a:p>
        </p:txBody>
      </p:sp>
      <p:graphicFrame>
        <p:nvGraphicFramePr>
          <p:cNvPr id="213" name="Google Shape;213;p33"/>
          <p:cNvGraphicFramePr/>
          <p:nvPr/>
        </p:nvGraphicFramePr>
        <p:xfrm>
          <a:off x="1414650" y="137683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{5B61074D-B085-44EC-9211-0BB2D367BA89}</a:tableStyleId>
              </a:tblPr>
              <a:tblGrid>
                <a:gridCol w="2202025"/>
                <a:gridCol w="2202025"/>
                <a:gridCol w="2202025"/>
              </a:tblGrid>
              <a:tr h="4769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200"/>
                        <a:t>1111 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200"/>
                        <a:t>15 / 2 ^ 4</a:t>
                      </a:r>
                      <a:endParaRPr sz="2200"/>
                    </a:p>
                  </a:txBody>
                  <a:tcPr marT="91425" marB="91425" marR="91425" marL="91425"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200"/>
                        <a:t>0.9375</a:t>
                      </a:r>
                      <a:endParaRPr sz="2200"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769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200"/>
                        <a:t>1000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200"/>
                        <a:t>8 </a:t>
                      </a:r>
                      <a:r>
                        <a:rPr lang="en" sz="2200"/>
                        <a:t>/ 2 ^ 4</a:t>
                      </a:r>
                      <a:endParaRPr sz="2200"/>
                    </a:p>
                  </a:txBody>
                  <a:tcPr marT="91425" marB="91425" marR="91425" marL="91425"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200"/>
                        <a:t>0.5</a:t>
                      </a:r>
                      <a:endParaRPr sz="2200"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769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200"/>
                        <a:t>1101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200"/>
                        <a:t>13 </a:t>
                      </a:r>
                      <a:r>
                        <a:rPr lang="en" sz="2200"/>
                        <a:t>/ 2 ^ 4</a:t>
                      </a:r>
                      <a:endParaRPr sz="2200"/>
                    </a:p>
                  </a:txBody>
                  <a:tcPr marT="91425" marB="91425" marR="91425" marL="91425"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200"/>
                        <a:t>0.8125</a:t>
                      </a:r>
                      <a:endParaRPr sz="2200"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769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200"/>
                        <a:t>1101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200"/>
                        <a:t>13 </a:t>
                      </a:r>
                      <a:r>
                        <a:rPr lang="en" sz="2200"/>
                        <a:t>/ 2 ^ 4</a:t>
                      </a:r>
                      <a:endParaRPr sz="2200"/>
                    </a:p>
                  </a:txBody>
                  <a:tcPr marT="91425" marB="91425" marR="91425" marL="91425"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200"/>
                        <a:t>0.8125</a:t>
                      </a:r>
                      <a:endParaRPr sz="2200"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769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200"/>
                        <a:t>0100 </a:t>
                      </a:r>
                      <a:endParaRPr sz="2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200"/>
                        <a:t>4 </a:t>
                      </a:r>
                      <a:r>
                        <a:rPr lang="en" sz="2200"/>
                        <a:t>/ 2 ^ 4</a:t>
                      </a:r>
                      <a:endParaRPr sz="2200"/>
                    </a:p>
                  </a:txBody>
                  <a:tcPr marT="91425" marB="91425" marR="91425" marL="91425"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200"/>
                        <a:t>0.25</a:t>
                      </a:r>
                      <a:endParaRPr sz="2200"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769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200"/>
                        <a:t>0010</a:t>
                      </a:r>
                      <a:endParaRPr sz="2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200"/>
                        <a:t>2 </a:t>
                      </a:r>
                      <a:r>
                        <a:rPr lang="en" sz="2200"/>
                        <a:t>/ 2 ^ 4</a:t>
                      </a:r>
                      <a:endParaRPr sz="2200"/>
                    </a:p>
                  </a:txBody>
                  <a:tcPr marT="91425" marB="91425" marR="91425" marL="91425"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200"/>
                        <a:t>0.125</a:t>
                      </a:r>
                      <a:endParaRPr sz="2200"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769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200"/>
                        <a:t>0101</a:t>
                      </a:r>
                      <a:endParaRPr sz="2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200"/>
                        <a:t>5 </a:t>
                      </a:r>
                      <a:r>
                        <a:rPr lang="en" sz="2200"/>
                        <a:t>/ 2 ^ 4</a:t>
                      </a:r>
                      <a:endParaRPr sz="2200"/>
                    </a:p>
                  </a:txBody>
                  <a:tcPr marT="91425" marB="91425" marR="91425" marL="91425"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200"/>
                        <a:t>0.3125</a:t>
                      </a:r>
                      <a:endParaRPr sz="2200"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cience Fair Newsletter by Slidesgo">
  <a:themeElements>
    <a:clrScheme name="Simple Light">
      <a:dk1>
        <a:srgbClr val="383536"/>
      </a:dk1>
      <a:lt1>
        <a:srgbClr val="FFFFFF"/>
      </a:lt1>
      <a:dk2>
        <a:srgbClr val="595959"/>
      </a:dk2>
      <a:lt2>
        <a:srgbClr val="E6F0EF"/>
      </a:lt2>
      <a:accent1>
        <a:srgbClr val="D49421"/>
      </a:accent1>
      <a:accent2>
        <a:srgbClr val="C3CCA2"/>
      </a:accent2>
      <a:accent3>
        <a:srgbClr val="88AFA6"/>
      </a:accent3>
      <a:accent4>
        <a:srgbClr val="627E8D"/>
      </a:accent4>
      <a:accent5>
        <a:srgbClr val="BDBCBD"/>
      </a:accent5>
      <a:accent6>
        <a:srgbClr val="6E4D11"/>
      </a:accent6>
      <a:hlink>
        <a:srgbClr val="383536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